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362" r:id="rId2"/>
    <p:sldId id="2363" r:id="rId3"/>
    <p:sldId id="334" r:id="rId4"/>
    <p:sldId id="322" r:id="rId5"/>
    <p:sldId id="287" r:id="rId6"/>
    <p:sldId id="341" r:id="rId7"/>
    <p:sldId id="337" r:id="rId8"/>
    <p:sldId id="340" r:id="rId9"/>
    <p:sldId id="349" r:id="rId10"/>
    <p:sldId id="338" r:id="rId11"/>
    <p:sldId id="357" r:id="rId12"/>
    <p:sldId id="350" r:id="rId13"/>
    <p:sldId id="342" r:id="rId14"/>
    <p:sldId id="356" r:id="rId15"/>
    <p:sldId id="351" r:id="rId16"/>
    <p:sldId id="343" r:id="rId17"/>
    <p:sldId id="354" r:id="rId18"/>
    <p:sldId id="352" r:id="rId19"/>
    <p:sldId id="344" r:id="rId20"/>
    <p:sldId id="347" r:id="rId21"/>
    <p:sldId id="358" r:id="rId22"/>
    <p:sldId id="353" r:id="rId23"/>
    <p:sldId id="346" r:id="rId24"/>
    <p:sldId id="348" r:id="rId25"/>
    <p:sldId id="359" r:id="rId26"/>
    <p:sldId id="360" r:id="rId27"/>
    <p:sldId id="345" r:id="rId28"/>
    <p:sldId id="361" r:id="rId29"/>
    <p:sldId id="365" r:id="rId30"/>
    <p:sldId id="363" r:id="rId31"/>
    <p:sldId id="362" r:id="rId32"/>
    <p:sldId id="364" r:id="rId33"/>
    <p:sldId id="366" r:id="rId34"/>
    <p:sldId id="367" r:id="rId35"/>
    <p:sldId id="316" r:id="rId36"/>
    <p:sldId id="27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03CA3-19C4-4EAD-9379-43EB9C3BF6B2}" v="1075" dt="2022-02-28T23:22:00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81B8DDE7-6189-48B7-8234-8A7156E83D99}"/>
    <pc:docChg chg="undo redo custSel addSld delSld modSld">
      <pc:chgData name="Gabriel Quintella" userId="0401f16030b3bbcc" providerId="LiveId" clId="{81B8DDE7-6189-48B7-8234-8A7156E83D99}" dt="2022-02-14T04:59:28.991" v="1194" actId="2696"/>
      <pc:docMkLst>
        <pc:docMk/>
      </pc:docMkLst>
      <pc:sldChg chg="addSp delSp modSp mod setBg modAnim setClrOvrMap">
        <pc:chgData name="Gabriel Quintella" userId="0401f16030b3bbcc" providerId="LiveId" clId="{81B8DDE7-6189-48B7-8234-8A7156E83D99}" dt="2022-02-14T04:41:04.415" v="1065" actId="114"/>
        <pc:sldMkLst>
          <pc:docMk/>
          <pc:sldMk cId="214360441" sldId="274"/>
        </pc:sldMkLst>
        <pc:spChg chg="mo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1:04.415" v="1065" actId="114"/>
          <ac:spMkLst>
            <pc:docMk/>
            <pc:sldMk cId="214360441" sldId="274"/>
            <ac:spMk id="3" creationId="{BD195509-717A-46FB-B99F-6404C6E20256}"/>
          </ac:spMkLst>
        </pc:spChg>
        <pc:spChg chg="add del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16" creationId="{E49CC64F-7275-4E33-961B-0C5CDC439875}"/>
          </ac:spMkLst>
        </pc:spChg>
        <pc:spChg chg="add del">
          <ac:chgData name="Gabriel Quintella" userId="0401f16030b3bbcc" providerId="LiveId" clId="{81B8DDE7-6189-48B7-8234-8A7156E83D99}" dt="2022-02-14T04:40:03.526" v="1052" actId="26606"/>
          <ac:spMkLst>
            <pc:docMk/>
            <pc:sldMk cId="214360441" sldId="274"/>
            <ac:spMk id="21" creationId="{D009D6D5-DAC2-4A8B-A17A-E206B9012D09}"/>
          </ac:spMkLst>
        </pc:spChg>
        <pc:spChg chg="ad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3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0:03.526" v="1053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99139359" sldId="280"/>
        </pc:sldMkLst>
      </pc:sldChg>
      <pc:sldChg chg="modSp mod">
        <pc:chgData name="Gabriel Quintella" userId="0401f16030b3bbcc" providerId="LiveId" clId="{81B8DDE7-6189-48B7-8234-8A7156E83D99}" dt="2022-02-14T02:54:10.418" v="11" actId="20577"/>
        <pc:sldMkLst>
          <pc:docMk/>
          <pc:sldMk cId="1655760290" sldId="286"/>
        </pc:sldMkLst>
        <pc:spChg chg="mod">
          <ac:chgData name="Gabriel Quintella" userId="0401f16030b3bbcc" providerId="LiveId" clId="{81B8DDE7-6189-48B7-8234-8A7156E83D99}" dt="2022-02-14T02:54:10.418" v="1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setBg modAnim">
        <pc:chgData name="Gabriel Quintella" userId="0401f16030b3bbcc" providerId="LiveId" clId="{81B8DDE7-6189-48B7-8234-8A7156E83D99}" dt="2022-02-14T04:49:55.996" v="1124"/>
        <pc:sldMkLst>
          <pc:docMk/>
          <pc:sldMk cId="2687159608" sldId="287"/>
        </pc:sldMkLst>
        <pc:spChg chg="mod ord">
          <ac:chgData name="Gabriel Quintella" userId="0401f16030b3bbcc" providerId="LiveId" clId="{81B8DDE7-6189-48B7-8234-8A7156E83D99}" dt="2022-02-14T04:46:13.848" v="1103" actId="1076"/>
          <ac:spMkLst>
            <pc:docMk/>
            <pc:sldMk cId="2687159608" sldId="287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5" creationId="{F8932E9D-A238-4B0B-A5C6-DE18B28A5BBF}"/>
          </ac:spMkLst>
        </pc:spChg>
        <pc:spChg chg="del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6" creationId="{E49CC64F-7275-4E33-961B-0C5CDC439875}"/>
          </ac:spMkLst>
        </pc:spChg>
        <pc:spChg chg="ad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11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9:55.077" v="1123" actId="207"/>
          <ac:picMkLst>
            <pc:docMk/>
            <pc:sldMk cId="2687159608" sldId="287"/>
            <ac:picMk id="4" creationId="{8FBED80D-7006-4868-BD2E-0119D360BC36}"/>
          </ac:picMkLst>
        </pc:picChg>
        <pc:picChg chg="add mod">
          <ac:chgData name="Gabriel Quintella" userId="0401f16030b3bbcc" providerId="LiveId" clId="{81B8DDE7-6189-48B7-8234-8A7156E83D99}" dt="2022-02-14T04:46:16.916" v="1104" actId="1076"/>
          <ac:picMkLst>
            <pc:docMk/>
            <pc:sldMk cId="2687159608" sldId="287"/>
            <ac:picMk id="1026" creationId="{0C021BBD-CB49-4F75-B78E-D80492D07383}"/>
          </ac:picMkLst>
        </pc:picChg>
        <pc:picChg chg="add del">
          <ac:chgData name="Gabriel Quintella" userId="0401f16030b3bbcc" providerId="LiveId" clId="{81B8DDE7-6189-48B7-8234-8A7156E83D99}" dt="2022-02-14T04:48:02.909" v="1108"/>
          <ac:picMkLst>
            <pc:docMk/>
            <pc:sldMk cId="2687159608" sldId="287"/>
            <ac:picMk id="1028" creationId="{E52C697F-7CF2-46B1-BF52-24DDCAF236A5}"/>
          </ac:picMkLst>
        </pc:picChg>
        <pc:picChg chg="add del">
          <ac:chgData name="Gabriel Quintella" userId="0401f16030b3bbcc" providerId="LiveId" clId="{81B8DDE7-6189-48B7-8234-8A7156E83D99}" dt="2022-02-14T04:48:31.618" v="1110"/>
          <ac:picMkLst>
            <pc:docMk/>
            <pc:sldMk cId="2687159608" sldId="287"/>
            <ac:picMk id="1030" creationId="{6B8CE760-5ACC-418D-967F-C0A937F5C669}"/>
          </ac:picMkLst>
        </pc:picChg>
        <pc:picChg chg="add del mod">
          <ac:chgData name="Gabriel Quintella" userId="0401f16030b3bbcc" providerId="LiveId" clId="{81B8DDE7-6189-48B7-8234-8A7156E83D99}" dt="2022-02-14T04:49:55.996" v="1124"/>
          <ac:picMkLst>
            <pc:docMk/>
            <pc:sldMk cId="2687159608" sldId="287"/>
            <ac:picMk id="1032" creationId="{C381FB03-B5A5-46D0-B63D-6D3FACB5E221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602483249" sldId="31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400697358" sldId="311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898195634" sldId="317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4287416337" sldId="318"/>
        </pc:sldMkLst>
      </pc:sldChg>
      <pc:sldChg chg="addSp delSp modSp mod setBg addAnim delAnim modAnim">
        <pc:chgData name="Gabriel Quintella" userId="0401f16030b3bbcc" providerId="LiveId" clId="{81B8DDE7-6189-48B7-8234-8A7156E83D99}" dt="2022-02-14T04:57:26.683" v="1166" actId="20577"/>
        <pc:sldMkLst>
          <pc:docMk/>
          <pc:sldMk cId="1643912254" sldId="323"/>
        </pc:sldMkLst>
        <pc:spChg chg="mod ord">
          <ac:chgData name="Gabriel Quintella" userId="0401f16030b3bbcc" providerId="LiveId" clId="{81B8DDE7-6189-48B7-8234-8A7156E83D99}" dt="2022-02-14T04:41:44.008" v="1070" actId="255"/>
          <ac:spMkLst>
            <pc:docMk/>
            <pc:sldMk cId="1643912254" sldId="323"/>
            <ac:spMk id="2" creationId="{A22A48B3-5314-4374-A82C-5EA1D94D2747}"/>
          </ac:spMkLst>
        </pc:spChg>
        <pc:spChg chg="add mod">
          <ac:chgData name="Gabriel Quintella" userId="0401f16030b3bbcc" providerId="LiveId" clId="{81B8DDE7-6189-48B7-8234-8A7156E83D99}" dt="2022-02-14T04:44:25.813" v="1096" actId="1037"/>
          <ac:spMkLst>
            <pc:docMk/>
            <pc:sldMk cId="1643912254" sldId="323"/>
            <ac:spMk id="3" creationId="{B8F68164-2C49-4B8E-A359-A5E0D3D94474}"/>
          </ac:spMkLst>
        </pc:spChg>
        <pc:spChg chg="add mod">
          <ac:chgData name="Gabriel Quintella" userId="0401f16030b3bbcc" providerId="LiveId" clId="{81B8DDE7-6189-48B7-8234-8A7156E83D99}" dt="2022-02-14T03:11:48.452" v="273" actId="14100"/>
          <ac:spMkLst>
            <pc:docMk/>
            <pc:sldMk cId="1643912254" sldId="323"/>
            <ac:spMk id="5" creationId="{6B97D227-FFAD-4803-8347-16B7431A4CC7}"/>
          </ac:spMkLst>
        </pc:spChg>
        <pc:spChg chg="add mod">
          <ac:chgData name="Gabriel Quintella" userId="0401f16030b3bbcc" providerId="LiveId" clId="{81B8DDE7-6189-48B7-8234-8A7156E83D99}" dt="2022-02-14T04:44:47.138" v="1097" actId="20577"/>
          <ac:spMkLst>
            <pc:docMk/>
            <pc:sldMk cId="1643912254" sldId="323"/>
            <ac:spMk id="6" creationId="{5AD4DEEF-53A7-4824-9F4A-B904C6DFB276}"/>
          </ac:spMkLst>
        </pc:spChg>
        <pc:spChg chg="add mod">
          <ac:chgData name="Gabriel Quintella" userId="0401f16030b3bbcc" providerId="LiveId" clId="{81B8DDE7-6189-48B7-8234-8A7156E83D99}" dt="2022-02-14T04:57:26.683" v="1166" actId="20577"/>
          <ac:spMkLst>
            <pc:docMk/>
            <pc:sldMk cId="1643912254" sldId="323"/>
            <ac:spMk id="7" creationId="{A54FF2E4-E4F1-4A56-9AE0-F4422EA2D43E}"/>
          </ac:spMkLst>
        </pc:spChg>
        <pc:spChg chg="add mod">
          <ac:chgData name="Gabriel Quintella" userId="0401f16030b3bbcc" providerId="LiveId" clId="{81B8DDE7-6189-48B7-8234-8A7156E83D99}" dt="2022-02-14T03:09:47.570" v="263" actId="1076"/>
          <ac:spMkLst>
            <pc:docMk/>
            <pc:sldMk cId="1643912254" sldId="323"/>
            <ac:spMk id="8" creationId="{FF2F8BD4-4B47-4F6A-985C-164F61C709AF}"/>
          </ac:spMkLst>
        </pc:spChg>
        <pc:spChg chg="add del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9" creationId="{E49CC64F-7275-4E33-961B-0C5CDC439875}"/>
          </ac:spMkLst>
        </pc:spChg>
        <pc:spChg chg="add del mod">
          <ac:chgData name="Gabriel Quintella" userId="0401f16030b3bbcc" providerId="LiveId" clId="{81B8DDE7-6189-48B7-8234-8A7156E83D99}" dt="2022-02-14T03:10:22.309" v="267" actId="478"/>
          <ac:spMkLst>
            <pc:docMk/>
            <pc:sldMk cId="1643912254" sldId="323"/>
            <ac:spMk id="10" creationId="{9325FADA-EAD2-4123-B8BB-99E989E4890C}"/>
          </ac:spMkLst>
        </pc:spChg>
        <pc:spChg chg="add mod">
          <ac:chgData name="Gabriel Quintella" userId="0401f16030b3bbcc" providerId="LiveId" clId="{81B8DDE7-6189-48B7-8234-8A7156E83D99}" dt="2022-02-14T04:42:35.900" v="1079" actId="14100"/>
          <ac:spMkLst>
            <pc:docMk/>
            <pc:sldMk cId="1643912254" sldId="323"/>
            <ac:spMk id="11" creationId="{A8C5C7E4-AD3D-4F23-BAA7-6E836B4528AF}"/>
          </ac:spMkLst>
        </pc:spChg>
        <pc:spChg chg="add mod">
          <ac:chgData name="Gabriel Quintella" userId="0401f16030b3bbcc" providerId="LiveId" clId="{81B8DDE7-6189-48B7-8234-8A7156E83D99}" dt="2022-02-14T04:43:56.086" v="1092" actId="1035"/>
          <ac:spMkLst>
            <pc:docMk/>
            <pc:sldMk cId="1643912254" sldId="323"/>
            <ac:spMk id="12" creationId="{34E384DD-EBA4-4394-BD95-97F5BB576D1F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4" creationId="{8F23F8A3-8FD7-4779-8323-FDC26BE99889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6" creationId="{F605C4CC-A25C-416F-8333-7CB7DC97D870}"/>
          </ac:spMkLst>
        </pc:spChg>
        <pc:spChg chg="add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18" creationId="{79BB35BC-D5C2-4C8B-A22A-A71E6191913B}"/>
          </ac:spMkLst>
        </pc:spChg>
        <pc:spChg chg="add mod">
          <ac:chgData name="Gabriel Quintella" userId="0401f16030b3bbcc" providerId="LiveId" clId="{81B8DDE7-6189-48B7-8234-8A7156E83D99}" dt="2022-02-14T03:49:06.490" v="811" actId="20577"/>
          <ac:spMkLst>
            <pc:docMk/>
            <pc:sldMk cId="1643912254" sldId="323"/>
            <ac:spMk id="26" creationId="{E4E70335-9F22-4C80-A468-C2F44CE8FA2E}"/>
          </ac:spMkLst>
        </pc:spChg>
        <pc:picChg chg="mod ord">
          <ac:chgData name="Gabriel Quintella" userId="0401f16030b3bbcc" providerId="LiveId" clId="{81B8DDE7-6189-48B7-8234-8A7156E83D99}" dt="2022-02-14T03:02:09.306" v="205" actId="26606"/>
          <ac:picMkLst>
            <pc:docMk/>
            <pc:sldMk cId="1643912254" sldId="323"/>
            <ac:picMk id="4" creationId="{8FBED80D-7006-4868-BD2E-0119D360BC36}"/>
          </ac:picMkLst>
        </pc:picChg>
        <pc:cxnChg chg="add del mod">
          <ac:chgData name="Gabriel Quintella" userId="0401f16030b3bbcc" providerId="LiveId" clId="{81B8DDE7-6189-48B7-8234-8A7156E83D99}" dt="2022-02-14T04:44:25.813" v="1096" actId="1037"/>
          <ac:cxnSpMkLst>
            <pc:docMk/>
            <pc:sldMk cId="1643912254" sldId="323"/>
            <ac:cxnSpMk id="15" creationId="{DC7CFEFA-2156-41B0-A3F8-26A0AA83731F}"/>
          </ac:cxnSpMkLst>
        </pc:cxnChg>
        <pc:cxnChg chg="add del mod">
          <ac:chgData name="Gabriel Quintella" userId="0401f16030b3bbcc" providerId="LiveId" clId="{81B8DDE7-6189-48B7-8234-8A7156E83D99}" dt="2022-02-14T03:09:21.025" v="259" actId="478"/>
          <ac:cxnSpMkLst>
            <pc:docMk/>
            <pc:sldMk cId="1643912254" sldId="323"/>
            <ac:cxnSpMk id="21" creationId="{675F77A7-44E9-44D9-A7DD-9F1B744499D8}"/>
          </ac:cxnSpMkLst>
        </pc:cxnChg>
        <pc:cxnChg chg="add mod">
          <ac:chgData name="Gabriel Quintella" userId="0401f16030b3bbcc" providerId="LiveId" clId="{81B8DDE7-6189-48B7-8234-8A7156E83D99}" dt="2022-02-14T04:42:35.900" v="1079" actId="14100"/>
          <ac:cxnSpMkLst>
            <pc:docMk/>
            <pc:sldMk cId="1643912254" sldId="32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4:43:56.086" v="1092" actId="1035"/>
          <ac:cxnSpMkLst>
            <pc:docMk/>
            <pc:sldMk cId="1643912254" sldId="323"/>
            <ac:cxnSpMk id="25" creationId="{C9922ED9-6769-4F1C-8375-30E8186FC217}"/>
          </ac:cxnSpMkLst>
        </pc:cxnChg>
        <pc:cxnChg chg="add del mod">
          <ac:chgData name="Gabriel Quintella" userId="0401f16030b3bbcc" providerId="LiveId" clId="{81B8DDE7-6189-48B7-8234-8A7156E83D99}" dt="2022-02-14T04:42:53.700" v="1083" actId="11529"/>
          <ac:cxnSpMkLst>
            <pc:docMk/>
            <pc:sldMk cId="1643912254" sldId="323"/>
            <ac:cxnSpMk id="39" creationId="{2E6A1577-5B5A-4555-82A1-A3B3D50E84C1}"/>
          </ac:cxnSpMkLst>
        </pc:cxnChg>
        <pc:cxnChg chg="add del mod">
          <ac:chgData name="Gabriel Quintella" userId="0401f16030b3bbcc" providerId="LiveId" clId="{81B8DDE7-6189-48B7-8234-8A7156E83D99}" dt="2022-02-14T04:43:24.433" v="1087" actId="11529"/>
          <ac:cxnSpMkLst>
            <pc:docMk/>
            <pc:sldMk cId="1643912254" sldId="323"/>
            <ac:cxnSpMk id="41" creationId="{DF98B324-2465-4E1C-A73F-420C172DD70F}"/>
          </ac:cxnSpMkLst>
        </pc:cxn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716902256" sldId="324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965782931" sldId="325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836536046" sldId="326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045008225" sldId="327"/>
        </pc:sldMkLst>
      </pc:sldChg>
      <pc:sldChg chg="del">
        <pc:chgData name="Gabriel Quintella" userId="0401f16030b3bbcc" providerId="LiveId" clId="{81B8DDE7-6189-48B7-8234-8A7156E83D99}" dt="2022-02-14T02:56:37.007" v="100" actId="2696"/>
        <pc:sldMkLst>
          <pc:docMk/>
          <pc:sldMk cId="2260188626" sldId="329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928995435" sldId="33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87943365" sldId="331"/>
        </pc:sldMkLst>
      </pc:sldChg>
      <pc:sldChg chg="addSp delSp modSp add mod setBg modAnim delDesignElem">
        <pc:chgData name="Gabriel Quintella" userId="0401f16030b3bbcc" providerId="LiveId" clId="{81B8DDE7-6189-48B7-8234-8A7156E83D99}" dt="2022-02-14T04:56:57.806" v="1158"/>
        <pc:sldMkLst>
          <pc:docMk/>
          <pc:sldMk cId="3566222729" sldId="332"/>
        </pc:sldMkLst>
        <pc:spChg chg="mod">
          <ac:chgData name="Gabriel Quintella" userId="0401f16030b3bbcc" providerId="LiveId" clId="{81B8DDE7-6189-48B7-8234-8A7156E83D99}" dt="2022-02-14T03:42:47.591" v="708" actId="20577"/>
          <ac:spMkLst>
            <pc:docMk/>
            <pc:sldMk cId="3566222729" sldId="332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44:39.991" v="778" actId="403"/>
          <ac:spMkLst>
            <pc:docMk/>
            <pc:sldMk cId="3566222729" sldId="332"/>
            <ac:spMk id="3" creationId="{BD195509-717A-46FB-B99F-6404C6E20256}"/>
          </ac:spMkLst>
        </pc:spChg>
        <pc:spChg chg="add mod">
          <ac:chgData name="Gabriel Quintella" userId="0401f16030b3bbcc" providerId="LiveId" clId="{81B8DDE7-6189-48B7-8234-8A7156E83D99}" dt="2022-02-14T04:52:50.843" v="1128" actId="403"/>
          <ac:spMkLst>
            <pc:docMk/>
            <pc:sldMk cId="3566222729" sldId="332"/>
            <ac:spMk id="5" creationId="{694ADCE3-2543-472D-95DD-00E97ED2A9AA}"/>
          </ac:spMkLst>
        </pc:spChg>
        <pc:spChg chg="add del">
          <ac:chgData name="Gabriel Quintella" userId="0401f16030b3bbcc" providerId="LiveId" clId="{81B8DDE7-6189-48B7-8234-8A7156E83D99}" dt="2022-02-14T03:40:03.136" v="528" actId="26606"/>
          <ac:spMkLst>
            <pc:docMk/>
            <pc:sldMk cId="3566222729" sldId="332"/>
            <ac:spMk id="9" creationId="{D009D6D5-DAC2-4A8B-A17A-E206B9012D09}"/>
          </ac:spMkLst>
        </pc:spChg>
        <pc:spChg chg="add del mod">
          <ac:chgData name="Gabriel Quintella" userId="0401f16030b3bbcc" providerId="LiveId" clId="{81B8DDE7-6189-48B7-8234-8A7156E83D99}" dt="2022-02-14T03:45:26.289" v="791" actId="478"/>
          <ac:spMkLst>
            <pc:docMk/>
            <pc:sldMk cId="3566222729" sldId="332"/>
            <ac:spMk id="10" creationId="{66720835-7BB2-43A9-84D9-282604F0A611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1" creationId="{3F0B8CEB-8279-4E5E-A0CE-1FC9F71736F2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2" creationId="{23E547B5-89CF-4EC0-96DE-25771AED0799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3" creationId="{74DEB48E-0043-48FF-9B6E-6AFBD964897A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4" creationId="{4E88B646-1194-49D8-B88E-515B410F4826}"/>
          </ac:spMkLst>
        </pc:spChg>
        <pc:spChg chg="del">
          <ac:chgData name="Gabriel Quintella" userId="0401f16030b3bbcc" providerId="LiveId" clId="{81B8DDE7-6189-48B7-8234-8A7156E83D99}" dt="2022-02-14T03:39:43.224" v="526"/>
          <ac:spMkLst>
            <pc:docMk/>
            <pc:sldMk cId="3566222729" sldId="332"/>
            <ac:spMk id="16" creationId="{E49CC64F-7275-4E33-961B-0C5CDC439875}"/>
          </ac:spMkLst>
        </pc:spChg>
        <pc:spChg chg="add mod">
          <ac:chgData name="Gabriel Quintella" userId="0401f16030b3bbcc" providerId="LiveId" clId="{81B8DDE7-6189-48B7-8234-8A7156E83D99}" dt="2022-02-14T04:56:17.130" v="1143" actId="14100"/>
          <ac:spMkLst>
            <pc:docMk/>
            <pc:sldMk cId="3566222729" sldId="332"/>
            <ac:spMk id="17" creationId="{DBC198FB-8CC9-46C4-9C17-C182514ED690}"/>
          </ac:spMkLst>
        </pc:spChg>
        <pc:spChg chg="add mod">
          <ac:chgData name="Gabriel Quintella" userId="0401f16030b3bbcc" providerId="LiveId" clId="{81B8DDE7-6189-48B7-8234-8A7156E83D99}" dt="2022-02-14T04:56:52.266" v="1157" actId="14100"/>
          <ac:spMkLst>
            <pc:docMk/>
            <pc:sldMk cId="3566222729" sldId="332"/>
            <ac:spMk id="19" creationId="{6FD750F5-3696-4B9B-A5B3-4FE933CA821D}"/>
          </ac:spMkLst>
        </pc:spChg>
        <pc:picChg chg="mod ord">
          <ac:chgData name="Gabriel Quintella" userId="0401f16030b3bbcc" providerId="LiveId" clId="{81B8DDE7-6189-48B7-8234-8A7156E83D99}" dt="2022-02-14T03:40:03.151" v="529" actId="26606"/>
          <ac:picMkLst>
            <pc:docMk/>
            <pc:sldMk cId="3566222729" sldId="332"/>
            <ac:picMk id="4" creationId="{8FBED80D-7006-4868-BD2E-0119D360BC36}"/>
          </ac:picMkLst>
        </pc:picChg>
        <pc:picChg chg="add del">
          <ac:chgData name="Gabriel Quintella" userId="0401f16030b3bbcc" providerId="LiveId" clId="{81B8DDE7-6189-48B7-8234-8A7156E83D99}" dt="2022-02-14T04:51:44.510" v="1126"/>
          <ac:picMkLst>
            <pc:docMk/>
            <pc:sldMk cId="3566222729" sldId="332"/>
            <ac:picMk id="2050" creationId="{54D3C00F-CBC4-4543-B657-8BF809CC5363}"/>
          </ac:picMkLst>
        </pc:picChg>
        <pc:cxnChg chg="add mod">
          <ac:chgData name="Gabriel Quintella" userId="0401f16030b3bbcc" providerId="LiveId" clId="{81B8DDE7-6189-48B7-8234-8A7156E83D99}" dt="2022-02-14T03:47:00.337" v="798" actId="1582"/>
          <ac:cxnSpMkLst>
            <pc:docMk/>
            <pc:sldMk cId="3566222729" sldId="332"/>
            <ac:cxnSpMk id="7" creationId="{57A706B0-F076-4644-85F7-D5D155B2558F}"/>
          </ac:cxnSpMkLst>
        </pc:cxnChg>
        <pc:cxnChg chg="add mod">
          <ac:chgData name="Gabriel Quintella" userId="0401f16030b3bbcc" providerId="LiveId" clId="{81B8DDE7-6189-48B7-8234-8A7156E83D99}" dt="2022-02-14T04:52:50.843" v="1128" actId="403"/>
          <ac:cxnSpMkLst>
            <pc:docMk/>
            <pc:sldMk cId="3566222729" sldId="332"/>
            <ac:cxnSpMk id="15" creationId="{F3C1BF57-BEE6-4090-8E06-FCF594F37940}"/>
          </ac:cxnSpMkLst>
        </pc:cxnChg>
      </pc:sldChg>
      <pc:sldChg chg="addSp delSp modSp add mod setBg delAnim modAnim delDesignElem">
        <pc:chgData name="Gabriel Quintella" userId="0401f16030b3bbcc" providerId="LiveId" clId="{81B8DDE7-6189-48B7-8234-8A7156E83D99}" dt="2022-02-14T04:57:37.151" v="1174" actId="20577"/>
        <pc:sldMkLst>
          <pc:docMk/>
          <pc:sldMk cId="3930380929" sldId="333"/>
        </pc:sldMkLst>
        <pc:spChg chg="mod">
          <ac:chgData name="Gabriel Quintella" userId="0401f16030b3bbcc" providerId="LiveId" clId="{81B8DDE7-6189-48B7-8234-8A7156E83D99}" dt="2022-02-14T03:50:30.293" v="843" actId="20577"/>
          <ac:spMkLst>
            <pc:docMk/>
            <pc:sldMk cId="3930380929" sldId="333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52:17.596" v="854" actId="14100"/>
          <ac:spMkLst>
            <pc:docMk/>
            <pc:sldMk cId="3930380929" sldId="333"/>
            <ac:spMk id="3" creationId="{B8F68164-2C49-4B8E-A359-A5E0D3D94474}"/>
          </ac:spMkLst>
        </pc:spChg>
        <pc:spChg chg="mod">
          <ac:chgData name="Gabriel Quintella" userId="0401f16030b3bbcc" providerId="LiveId" clId="{81B8DDE7-6189-48B7-8234-8A7156E83D99}" dt="2022-02-14T04:57:37.151" v="1174" actId="20577"/>
          <ac:spMkLst>
            <pc:docMk/>
            <pc:sldMk cId="3930380929" sldId="333"/>
            <ac:spMk id="6" creationId="{5AD4DEEF-53A7-4824-9F4A-B904C6DFB276}"/>
          </ac:spMkLst>
        </pc:spChg>
        <pc:spChg chg="mod">
          <ac:chgData name="Gabriel Quintella" userId="0401f16030b3bbcc" providerId="LiveId" clId="{81B8DDE7-6189-48B7-8234-8A7156E83D99}" dt="2022-02-14T04:45:05.266" v="1100" actId="6549"/>
          <ac:spMkLst>
            <pc:docMk/>
            <pc:sldMk cId="3930380929" sldId="333"/>
            <ac:spMk id="7" creationId="{A54FF2E4-E4F1-4A56-9AE0-F4422EA2D43E}"/>
          </ac:spMkLst>
        </pc:spChg>
        <pc:spChg chg="mod">
          <ac:chgData name="Gabriel Quintella" userId="0401f16030b3bbcc" providerId="LiveId" clId="{81B8DDE7-6189-48B7-8234-8A7156E83D99}" dt="2022-02-14T03:54:57.731" v="874" actId="20577"/>
          <ac:spMkLst>
            <pc:docMk/>
            <pc:sldMk cId="3930380929" sldId="333"/>
            <ac:spMk id="8" creationId="{FF2F8BD4-4B47-4F6A-985C-164F61C709AF}"/>
          </ac:spMkLst>
        </pc:spChg>
        <pc:spChg chg="mod">
          <ac:chgData name="Gabriel Quintella" userId="0401f16030b3bbcc" providerId="LiveId" clId="{81B8DDE7-6189-48B7-8234-8A7156E83D99}" dt="2022-02-14T03:52:04.702" v="853" actId="14100"/>
          <ac:spMkLst>
            <pc:docMk/>
            <pc:sldMk cId="3930380929" sldId="333"/>
            <ac:spMk id="11" creationId="{A8C5C7E4-AD3D-4F23-BAA7-6E836B4528AF}"/>
          </ac:spMkLst>
        </pc:spChg>
        <pc:spChg chg="mod">
          <ac:chgData name="Gabriel Quintella" userId="0401f16030b3bbcc" providerId="LiveId" clId="{81B8DDE7-6189-48B7-8234-8A7156E83D99}" dt="2022-02-14T03:51:53.580" v="851" actId="14100"/>
          <ac:spMkLst>
            <pc:docMk/>
            <pc:sldMk cId="3930380929" sldId="333"/>
            <ac:spMk id="12" creationId="{34E384DD-EBA4-4394-BD95-97F5BB576D1F}"/>
          </ac:spMkLst>
        </pc:spChg>
        <pc:spChg chg="del">
          <ac:chgData name="Gabriel Quintella" userId="0401f16030b3bbcc" providerId="LiveId" clId="{81B8DDE7-6189-48B7-8234-8A7156E83D99}" dt="2022-02-14T03:48:53.229" v="804"/>
          <ac:spMkLst>
            <pc:docMk/>
            <pc:sldMk cId="3930380929" sldId="333"/>
            <ac:spMk id="18" creationId="{79BB35BC-D5C2-4C8B-A22A-A71E6191913B}"/>
          </ac:spMkLst>
        </pc:spChg>
        <pc:spChg chg="mod">
          <ac:chgData name="Gabriel Quintella" userId="0401f16030b3bbcc" providerId="LiveId" clId="{81B8DDE7-6189-48B7-8234-8A7156E83D99}" dt="2022-02-14T03:49:13.323" v="821" actId="20577"/>
          <ac:spMkLst>
            <pc:docMk/>
            <pc:sldMk cId="3930380929" sldId="333"/>
            <ac:spMk id="26" creationId="{E4E70335-9F22-4C80-A468-C2F44CE8FA2E}"/>
          </ac:spMkLst>
        </pc:spChg>
        <pc:cxnChg chg="del mod">
          <ac:chgData name="Gabriel Quintella" userId="0401f16030b3bbcc" providerId="LiveId" clId="{81B8DDE7-6189-48B7-8234-8A7156E83D99}" dt="2022-02-14T03:52:24.538" v="856" actId="478"/>
          <ac:cxnSpMkLst>
            <pc:docMk/>
            <pc:sldMk cId="3930380929" sldId="333"/>
            <ac:cxnSpMk id="15" creationId="{DC7CFEFA-2156-41B0-A3F8-26A0AA83731F}"/>
          </ac:cxnSpMkLst>
        </pc:cxnChg>
        <pc:cxnChg chg="mod">
          <ac:chgData name="Gabriel Quintella" userId="0401f16030b3bbcc" providerId="LiveId" clId="{81B8DDE7-6189-48B7-8234-8A7156E83D99}" dt="2022-02-14T04:45:04.548" v="1098" actId="6549"/>
          <ac:cxnSpMkLst>
            <pc:docMk/>
            <pc:sldMk cId="3930380929" sldId="33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3:53:05.971" v="860" actId="14100"/>
          <ac:cxnSpMkLst>
            <pc:docMk/>
            <pc:sldMk cId="3930380929" sldId="333"/>
            <ac:cxnSpMk id="24" creationId="{9517616E-C11E-4E61-9F3D-97D8713E6D47}"/>
          </ac:cxnSpMkLst>
        </pc:cxnChg>
        <pc:cxnChg chg="mod">
          <ac:chgData name="Gabriel Quintella" userId="0401f16030b3bbcc" providerId="LiveId" clId="{81B8DDE7-6189-48B7-8234-8A7156E83D99}" dt="2022-02-14T03:54:56.592" v="867" actId="20577"/>
          <ac:cxnSpMkLst>
            <pc:docMk/>
            <pc:sldMk cId="3930380929" sldId="333"/>
            <ac:cxnSpMk id="25" creationId="{C9922ED9-6769-4F1C-8375-30E8186FC217}"/>
          </ac:cxnSpMkLst>
        </pc:cxnChg>
      </pc:sldChg>
      <pc:sldChg chg="addSp delSp modSp add mod delAnim modAnim">
        <pc:chgData name="Gabriel Quintella" userId="0401f16030b3bbcc" providerId="LiveId" clId="{81B8DDE7-6189-48B7-8234-8A7156E83D99}" dt="2022-02-14T04:58:25.088" v="1193" actId="20577"/>
        <pc:sldMkLst>
          <pc:docMk/>
          <pc:sldMk cId="304245559" sldId="334"/>
        </pc:sldMkLst>
        <pc:spChg chg="del">
          <ac:chgData name="Gabriel Quintella" userId="0401f16030b3bbcc" providerId="LiveId" clId="{81B8DDE7-6189-48B7-8234-8A7156E83D99}" dt="2022-02-14T04:17:27.831" v="917" actId="478"/>
          <ac:spMkLst>
            <pc:docMk/>
            <pc:sldMk cId="304245559" sldId="334"/>
            <ac:spMk id="2" creationId="{A22A48B3-5314-4374-A82C-5EA1D94D2747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3" creationId="{B8F68164-2C49-4B8E-A359-A5E0D3D94474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6" creationId="{5AD4DEEF-53A7-4824-9F4A-B904C6DFB276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7" creationId="{A54FF2E4-E4F1-4A56-9AE0-F4422EA2D43E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8" creationId="{FF2F8BD4-4B47-4F6A-985C-164F61C709AF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11" creationId="{A8C5C7E4-AD3D-4F23-BAA7-6E836B4528AF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12" creationId="{34E384DD-EBA4-4394-BD95-97F5BB576D1F}"/>
          </ac:spMkLst>
        </pc:spChg>
        <pc:spChg chg="add mod">
          <ac:chgData name="Gabriel Quintella" userId="0401f16030b3bbcc" providerId="LiveId" clId="{81B8DDE7-6189-48B7-8234-8A7156E83D99}" dt="2022-02-14T04:26:37.082" v="922"/>
          <ac:spMkLst>
            <pc:docMk/>
            <pc:sldMk cId="304245559" sldId="334"/>
            <ac:spMk id="15" creationId="{6D965A16-A5BF-4331-9D33-9E4B13CEEAEA}"/>
          </ac:spMkLst>
        </pc:spChg>
        <pc:spChg chg="add mod">
          <ac:chgData name="Gabriel Quintella" userId="0401f16030b3bbcc" providerId="LiveId" clId="{81B8DDE7-6189-48B7-8234-8A7156E83D99}" dt="2022-02-14T04:58:25.088" v="1193" actId="20577"/>
          <ac:spMkLst>
            <pc:docMk/>
            <pc:sldMk cId="304245559" sldId="334"/>
            <ac:spMk id="16" creationId="{B623FCA0-9A9E-4C71-9847-AFF6108DBEF7}"/>
          </ac:spMkLst>
        </pc:spChg>
        <pc:spChg chg="add mod">
          <ac:chgData name="Gabriel Quintella" userId="0401f16030b3bbcc" providerId="LiveId" clId="{81B8DDE7-6189-48B7-8234-8A7156E83D99}" dt="2022-02-14T04:26:41.128" v="924"/>
          <ac:spMkLst>
            <pc:docMk/>
            <pc:sldMk cId="304245559" sldId="334"/>
            <ac:spMk id="17" creationId="{7FF18C42-B6C1-4CB0-96E7-FA799F87C9CF}"/>
          </ac:spMkLst>
        </pc:spChg>
        <pc:spChg chg="add mod">
          <ac:chgData name="Gabriel Quintella" userId="0401f16030b3bbcc" providerId="LiveId" clId="{81B8DDE7-6189-48B7-8234-8A7156E83D99}" dt="2022-02-14T04:58:11.761" v="1188" actId="14100"/>
          <ac:spMkLst>
            <pc:docMk/>
            <pc:sldMk cId="304245559" sldId="334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26:56.506" v="957" actId="20577"/>
          <ac:spMkLst>
            <pc:docMk/>
            <pc:sldMk cId="304245559" sldId="334"/>
            <ac:spMk id="26" creationId="{E4E70335-9F22-4C80-A468-C2F44CE8FA2E}"/>
          </ac:spMkLst>
        </pc:spChg>
        <pc:cxnChg chg="add mod">
          <ac:chgData name="Gabriel Quintella" userId="0401f16030b3bbcc" providerId="LiveId" clId="{81B8DDE7-6189-48B7-8234-8A7156E83D99}" dt="2022-02-14T04:58:23.546" v="1191" actId="20577"/>
          <ac:cxnSpMkLst>
            <pc:docMk/>
            <pc:sldMk cId="304245559" sldId="334"/>
            <ac:cxnSpMk id="10" creationId="{95B8E13D-4EF5-4E67-9A76-0BD114A6B781}"/>
          </ac:cxnSpMkLst>
        </pc:cxnChg>
        <pc:cxnChg chg="add mod">
          <ac:chgData name="Gabriel Quintella" userId="0401f16030b3bbcc" providerId="LiveId" clId="{81B8DDE7-6189-48B7-8234-8A7156E83D99}" dt="2022-02-14T04:58:11.761" v="1188" actId="14100"/>
          <ac:cxnSpMkLst>
            <pc:docMk/>
            <pc:sldMk cId="304245559" sldId="334"/>
            <ac:cxnSpMk id="19" creationId="{DCD16F48-238C-4C3A-B79F-4318E2A518E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3" creationId="{D82865C9-AACA-4D89-9090-826CBF8532D9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4" creationId="{9517616E-C11E-4E61-9F3D-97D8713E6D4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5" creationId="{C9922ED9-6769-4F1C-8375-30E8186FC217}"/>
          </ac:cxnSpMkLst>
        </pc:cxnChg>
      </pc:sldChg>
      <pc:sldChg chg="addSp delSp modSp add mod delAnim">
        <pc:chgData name="Gabriel Quintella" userId="0401f16030b3bbcc" providerId="LiveId" clId="{81B8DDE7-6189-48B7-8234-8A7156E83D99}" dt="2022-02-14T04:39:23.830" v="1049" actId="1076"/>
        <pc:sldMkLst>
          <pc:docMk/>
          <pc:sldMk cId="3553333244" sldId="335"/>
        </pc:sldMkLst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5" creationId="{6D965A16-A5BF-4331-9D33-9E4B13CEEAEA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6" creationId="{B623FCA0-9A9E-4C71-9847-AFF6108DBEF7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7" creationId="{7FF18C42-B6C1-4CB0-96E7-FA799F87C9CF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31:00.936" v="1026" actId="20577"/>
          <ac:spMkLst>
            <pc:docMk/>
            <pc:sldMk cId="3553333244" sldId="335"/>
            <ac:spMk id="26" creationId="{E4E70335-9F22-4C80-A468-C2F44CE8FA2E}"/>
          </ac:spMkLst>
        </pc:spChg>
        <pc:picChg chg="add del mod">
          <ac:chgData name="Gabriel Quintella" userId="0401f16030b3bbcc" providerId="LiveId" clId="{81B8DDE7-6189-48B7-8234-8A7156E83D99}" dt="2022-02-14T04:38:44.294" v="1044" actId="478"/>
          <ac:picMkLst>
            <pc:docMk/>
            <pc:sldMk cId="3553333244" sldId="335"/>
            <ac:picMk id="3" creationId="{C7E5B0EE-E506-474E-8ACA-26D13636716C}"/>
          </ac:picMkLst>
        </pc:picChg>
        <pc:picChg chg="add mod">
          <ac:chgData name="Gabriel Quintella" userId="0401f16030b3bbcc" providerId="LiveId" clId="{81B8DDE7-6189-48B7-8234-8A7156E83D99}" dt="2022-02-14T04:39:23.830" v="1049" actId="1076"/>
          <ac:picMkLst>
            <pc:docMk/>
            <pc:sldMk cId="3553333244" sldId="335"/>
            <ac:picMk id="7" creationId="{B84D8B10-EC4D-4263-A566-93E734AA5BA5}"/>
          </ac:picMkLst>
        </pc:pic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0" creationId="{95B8E13D-4EF5-4E67-9A76-0BD114A6B781}"/>
          </ac:cxnSpMkLst>
        </pc:cxn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9" creationId="{DCD16F48-238C-4C3A-B79F-4318E2A518E7}"/>
          </ac:cxnSpMkLst>
        </pc:cxnChg>
      </pc:sldChg>
      <pc:sldChg chg="addSp modSp add mod">
        <pc:chgData name="Gabriel Quintella" userId="0401f16030b3bbcc" providerId="LiveId" clId="{81B8DDE7-6189-48B7-8234-8A7156E83D99}" dt="2022-02-14T04:39:36.943" v="1050" actId="1076"/>
        <pc:sldMkLst>
          <pc:docMk/>
          <pc:sldMk cId="4251169145" sldId="336"/>
        </pc:sldMkLst>
        <pc:spChg chg="mod">
          <ac:chgData name="Gabriel Quintella" userId="0401f16030b3bbcc" providerId="LiveId" clId="{81B8DDE7-6189-48B7-8234-8A7156E83D99}" dt="2022-02-14T04:31:24.637" v="1032" actId="20577"/>
          <ac:spMkLst>
            <pc:docMk/>
            <pc:sldMk cId="4251169145" sldId="336"/>
            <ac:spMk id="26" creationId="{E4E70335-9F22-4C80-A468-C2F44CE8FA2E}"/>
          </ac:spMkLst>
        </pc:spChg>
        <pc:picChg chg="add mod">
          <ac:chgData name="Gabriel Quintella" userId="0401f16030b3bbcc" providerId="LiveId" clId="{81B8DDE7-6189-48B7-8234-8A7156E83D99}" dt="2022-02-14T04:39:36.943" v="1050" actId="1076"/>
          <ac:picMkLst>
            <pc:docMk/>
            <pc:sldMk cId="4251169145" sldId="336"/>
            <ac:picMk id="3" creationId="{F84A2885-A835-466C-B502-8A14A11957AD}"/>
          </ac:picMkLst>
        </pc:picChg>
      </pc:sldChg>
    </pc:docChg>
  </pc:docChgLst>
  <pc:docChgLst>
    <pc:chgData name="Gabriel Quintella" userId="0401f16030b3bbcc" providerId="LiveId" clId="{A26320EF-DB6E-45AC-83DD-8890F8D8F90F}"/>
    <pc:docChg chg="undo redo custSel addSld delSld modSld sldOrd">
      <pc:chgData name="Gabriel Quintella" userId="0401f16030b3bbcc" providerId="LiveId" clId="{A26320EF-DB6E-45AC-83DD-8890F8D8F90F}" dt="2022-02-16T02:02:01.454" v="1518" actId="20577"/>
      <pc:docMkLst>
        <pc:docMk/>
      </pc:docMkLst>
      <pc:sldChg chg="modSp add del">
        <pc:chgData name="Gabriel Quintella" userId="0401f16030b3bbcc" providerId="LiveId" clId="{A26320EF-DB6E-45AC-83DD-8890F8D8F90F}" dt="2022-02-15T03:22:27.834" v="1356" actId="47"/>
        <pc:sldMkLst>
          <pc:docMk/>
          <pc:sldMk cId="214360441" sldId="274"/>
        </pc:sldMkLst>
        <pc:spChg chg="mod">
          <ac:chgData name="Gabriel Quintella" userId="0401f16030b3bbcc" providerId="LiveId" clId="{A26320EF-DB6E-45AC-83DD-8890F8D8F90F}" dt="2022-02-15T01:14:47.513" v="103" actId="20577"/>
          <ac:spMkLst>
            <pc:docMk/>
            <pc:sldMk cId="214360441" sldId="274"/>
            <ac:spMk id="3" creationId="{BD195509-717A-46FB-B99F-6404C6E20256}"/>
          </ac:spMkLst>
        </pc:spChg>
      </pc:sldChg>
      <pc:sldChg chg="modSp mod">
        <pc:chgData name="Gabriel Quintella" userId="0401f16030b3bbcc" providerId="LiveId" clId="{A26320EF-DB6E-45AC-83DD-8890F8D8F90F}" dt="2022-02-15T01:12:59.225" v="26" actId="20577"/>
        <pc:sldMkLst>
          <pc:docMk/>
          <pc:sldMk cId="1655760290" sldId="286"/>
        </pc:sldMkLst>
        <pc:spChg chg="mod">
          <ac:chgData name="Gabriel Quintella" userId="0401f16030b3bbcc" providerId="LiveId" clId="{A26320EF-DB6E-45AC-83DD-8890F8D8F90F}" dt="2022-02-15T01:12:59.225" v="26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delSp modSp mod modAnim">
        <pc:chgData name="Gabriel Quintella" userId="0401f16030b3bbcc" providerId="LiveId" clId="{A26320EF-DB6E-45AC-83DD-8890F8D8F90F}" dt="2022-02-15T03:22:27.798" v="1355" actId="20577"/>
        <pc:sldMkLst>
          <pc:docMk/>
          <pc:sldMk cId="2687159608" sldId="287"/>
        </pc:sldMkLst>
        <pc:spChg chg="mod">
          <ac:chgData name="Gabriel Quintella" userId="0401f16030b3bbcc" providerId="LiveId" clId="{A26320EF-DB6E-45AC-83DD-8890F8D8F90F}" dt="2022-02-15T03:22:27.542" v="1350" actId="14100"/>
          <ac:spMkLst>
            <pc:docMk/>
            <pc:sldMk cId="2687159608" sldId="287"/>
            <ac:spMk id="2" creationId="{A22A48B3-5314-4374-A82C-5EA1D94D2747}"/>
          </ac:spMkLst>
        </pc:spChg>
        <pc:picChg chg="del">
          <ac:chgData name="Gabriel Quintella" userId="0401f16030b3bbcc" providerId="LiveId" clId="{A26320EF-DB6E-45AC-83DD-8890F8D8F90F}" dt="2022-02-15T01:13:39.453" v="64" actId="478"/>
          <ac:picMkLst>
            <pc:docMk/>
            <pc:sldMk cId="2687159608" sldId="287"/>
            <ac:picMk id="1026" creationId="{0C021BBD-CB49-4F75-B78E-D80492D07383}"/>
          </ac:picMkLst>
        </pc:picChg>
      </pc:sldChg>
      <pc:sldChg chg="modSp mod">
        <pc:chgData name="Gabriel Quintella" userId="0401f16030b3bbcc" providerId="LiveId" clId="{A26320EF-DB6E-45AC-83DD-8890F8D8F90F}" dt="2022-02-16T02:02:01.454" v="1518" actId="20577"/>
        <pc:sldMkLst>
          <pc:docMk/>
          <pc:sldMk cId="1198528274" sldId="297"/>
        </pc:sldMkLst>
        <pc:spChg chg="mod">
          <ac:chgData name="Gabriel Quintella" userId="0401f16030b3bbcc" providerId="LiveId" clId="{A26320EF-DB6E-45AC-83DD-8890F8D8F90F}" dt="2022-02-16T02:02:01.454" v="1518" actId="20577"/>
          <ac:spMkLst>
            <pc:docMk/>
            <pc:sldMk cId="1198528274" sldId="297"/>
            <ac:spMk id="7" creationId="{59E45B0E-EDDC-4B43-BF4D-A42C67675045}"/>
          </ac:spMkLst>
        </pc:spChg>
      </pc:sldChg>
      <pc:sldChg chg="del">
        <pc:chgData name="Gabriel Quintella" userId="0401f16030b3bbcc" providerId="LiveId" clId="{A26320EF-DB6E-45AC-83DD-8890F8D8F90F}" dt="2022-02-15T01:58:57.725" v="991" actId="47"/>
        <pc:sldMkLst>
          <pc:docMk/>
          <pc:sldMk cId="1643912254" sldId="323"/>
        </pc:sldMkLst>
      </pc:sldChg>
      <pc:sldChg chg="addSp delSp modSp del mod addAnim delAnim setClrOvrMap">
        <pc:chgData name="Gabriel Quintella" userId="0401f16030b3bbcc" providerId="LiveId" clId="{A26320EF-DB6E-45AC-83DD-8890F8D8F90F}" dt="2022-02-15T01:30:43.869" v="270" actId="2696"/>
        <pc:sldMkLst>
          <pc:docMk/>
          <pc:sldMk cId="3566222729" sldId="332"/>
        </pc:sldMkLst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2" creationId="{A22A48B3-5314-4374-A82C-5EA1D94D2747}"/>
          </ac:spMkLst>
        </pc:spChg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3" creationId="{BD195509-717A-46FB-B99F-6404C6E20256}"/>
          </ac:spMkLst>
        </pc:spChg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5" creationId="{694ADCE3-2543-472D-95DD-00E97ED2A9AA}"/>
          </ac:spMkLst>
        </pc:spChg>
        <pc:spChg chg="add del mod">
          <ac:chgData name="Gabriel Quintella" userId="0401f16030b3bbcc" providerId="LiveId" clId="{A26320EF-DB6E-45AC-83DD-8890F8D8F90F}" dt="2022-02-15T01:30:17.360" v="268" actId="478"/>
          <ac:spMkLst>
            <pc:docMk/>
            <pc:sldMk cId="3566222729" sldId="332"/>
            <ac:spMk id="8" creationId="{1F2A882B-576C-42B2-81C5-57B599D46EC3}"/>
          </ac:spMkLst>
        </pc:spChg>
        <pc:spChg chg="add del mod">
          <ac:chgData name="Gabriel Quintella" userId="0401f16030b3bbcc" providerId="LiveId" clId="{A26320EF-DB6E-45AC-83DD-8890F8D8F90F}" dt="2022-02-15T01:30:03.494" v="267" actId="767"/>
          <ac:spMkLst>
            <pc:docMk/>
            <pc:sldMk cId="3566222729" sldId="332"/>
            <ac:spMk id="9" creationId="{1D7E2DC5-1AA3-4076-A9E5-C20EB8025287}"/>
          </ac:spMkLst>
        </pc:spChg>
        <pc:spChg chg="add del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1" creationId="{3F0B8CEB-8279-4E5E-A0CE-1FC9F71736F2}"/>
          </ac:spMkLst>
        </pc:spChg>
        <pc:spChg chg="add del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2" creationId="{23E547B5-89CF-4EC0-96DE-25771AED0799}"/>
          </ac:spMkLst>
        </pc:spChg>
        <pc:spChg chg="del">
          <ac:chgData name="Gabriel Quintella" userId="0401f16030b3bbcc" providerId="LiveId" clId="{A26320EF-DB6E-45AC-83DD-8890F8D8F90F}" dt="2022-02-15T01:20:42.684" v="110" actId="478"/>
          <ac:spMkLst>
            <pc:docMk/>
            <pc:sldMk cId="3566222729" sldId="332"/>
            <ac:spMk id="13" creationId="{74DEB48E-0043-48FF-9B6E-6AFBD964897A}"/>
          </ac:spMkLst>
        </pc:spChg>
        <pc:spChg chg="del mod">
          <ac:chgData name="Gabriel Quintella" userId="0401f16030b3bbcc" providerId="LiveId" clId="{A26320EF-DB6E-45AC-83DD-8890F8D8F90F}" dt="2022-02-15T01:20:50.997" v="113" actId="478"/>
          <ac:spMkLst>
            <pc:docMk/>
            <pc:sldMk cId="3566222729" sldId="332"/>
            <ac:spMk id="14" creationId="{4E88B646-1194-49D8-B88E-515B410F4826}"/>
          </ac:spMkLst>
        </pc:spChg>
        <pc:spChg chg="del">
          <ac:chgData name="Gabriel Quintella" userId="0401f16030b3bbcc" providerId="LiveId" clId="{A26320EF-DB6E-45AC-83DD-8890F8D8F90F}" dt="2022-02-15T01:20:40.431" v="109" actId="478"/>
          <ac:spMkLst>
            <pc:docMk/>
            <pc:sldMk cId="3566222729" sldId="332"/>
            <ac:spMk id="17" creationId="{DBC198FB-8CC9-46C4-9C17-C182514ED690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8" creationId="{6CCA5F87-1D1E-45CB-8D83-FC7EEFAD9935}"/>
          </ac:spMkLst>
        </pc:spChg>
        <pc:spChg chg="add del">
          <ac:chgData name="Gabriel Quintella" userId="0401f16030b3bbcc" providerId="LiveId" clId="{A26320EF-DB6E-45AC-83DD-8890F8D8F90F}" dt="2022-02-15T01:23:01.386" v="131" actId="478"/>
          <ac:spMkLst>
            <pc:docMk/>
            <pc:sldMk cId="3566222729" sldId="332"/>
            <ac:spMk id="19" creationId="{6FD750F5-3696-4B9B-A5B3-4FE933CA821D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0" creationId="{7CCFC2C6-6238-4A2F-93DE-2ADF74AF635E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1" creationId="{AF2F604E-43BE-4DC3-B983-E071523364F8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3" creationId="{08C9B587-E65E-4B52-B37C-ABEBB6E87928}"/>
          </ac:spMkLst>
        </pc:spChg>
        <pc:spChg chg="add del mod">
          <ac:chgData name="Gabriel Quintella" userId="0401f16030b3bbcc" providerId="LiveId" clId="{A26320EF-DB6E-45AC-83DD-8890F8D8F90F}" dt="2022-02-15T01:30:02.996" v="265"/>
          <ac:spMkLst>
            <pc:docMk/>
            <pc:sldMk cId="3566222729" sldId="332"/>
            <ac:spMk id="34" creationId="{E033A70D-B1CE-429B-AE49-F8FA8871E390}"/>
          </ac:spMkLst>
        </pc:spChg>
        <pc:spChg chg="add del mod">
          <ac:chgData name="Gabriel Quintella" userId="0401f16030b3bbcc" providerId="LiveId" clId="{A26320EF-DB6E-45AC-83DD-8890F8D8F90F}" dt="2022-02-15T01:30:02.214" v="261"/>
          <ac:spMkLst>
            <pc:docMk/>
            <pc:sldMk cId="3566222729" sldId="332"/>
            <ac:spMk id="35" creationId="{405DF770-567C-4E11-9114-FB86BD88D5E6}"/>
          </ac:spMkLst>
        </pc:spChg>
        <pc:spChg chg="add del mod">
          <ac:chgData name="Gabriel Quintella" userId="0401f16030b3bbcc" providerId="LiveId" clId="{A26320EF-DB6E-45AC-83DD-8890F8D8F90F}" dt="2022-02-15T01:30:01.332" v="257"/>
          <ac:spMkLst>
            <pc:docMk/>
            <pc:sldMk cId="3566222729" sldId="332"/>
            <ac:spMk id="36" creationId="{28F0CEBA-053A-4844-AA89-78EE41172A16}"/>
          </ac:spMkLst>
        </pc:spChg>
        <pc:spChg chg="add del mod">
          <ac:chgData name="Gabriel Quintella" userId="0401f16030b3bbcc" providerId="LiveId" clId="{A26320EF-DB6E-45AC-83DD-8890F8D8F90F}" dt="2022-02-15T01:30:00.645" v="254"/>
          <ac:spMkLst>
            <pc:docMk/>
            <pc:sldMk cId="3566222729" sldId="332"/>
            <ac:spMk id="37" creationId="{4541474D-9BDD-4633-836F-23B7C65B7145}"/>
          </ac:spMkLst>
        </pc:spChg>
        <pc:spChg chg="add del">
          <ac:chgData name="Gabriel Quintella" userId="0401f16030b3bbcc" providerId="LiveId" clId="{A26320EF-DB6E-45AC-83DD-8890F8D8F90F}" dt="2022-02-15T01:21:32.681" v="117" actId="26606"/>
          <ac:spMkLst>
            <pc:docMk/>
            <pc:sldMk cId="3566222729" sldId="332"/>
            <ac:spMk id="71" creationId="{22C6C9C9-83BF-4A6C-A1BF-C1735C61B4FF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3" creationId="{86806086-A782-4311-A63B-1A68574D806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5" creationId="{CE71458B-DF80-43DF-9693-2EC3878ACAB5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7" creationId="{DE1994AC-22D1-4B48-9EDA-BE373E70456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9" creationId="{22220111-5018-4EB7-A38B-79BD37F7C095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81" creationId="{4311BE2A-DAA1-49F6-83F6-3D543B8EA4A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1028" creationId="{854ECEBE-9353-406C-9313-02A517A310EF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0" creationId="{8950AD4C-6AF3-49F8-94E1-DBCAFB39478B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1" creationId="{4F359677-6547-4AEF-BE61-1F63509981D5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2" creationId="{E03EB81F-53EA-4ACC-A424-38FB58A73C22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3" creationId="{8E7A830E-EB82-4D23-B515-44E41D56430D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4" creationId="{515AACE5-C50C-49EE-BD63-88D28D469823}"/>
          </ac:spMkLst>
        </pc:spChg>
        <pc:picChg chg="mod ord">
          <ac:chgData name="Gabriel Quintella" userId="0401f16030b3bbcc" providerId="LiveId" clId="{A26320EF-DB6E-45AC-83DD-8890F8D8F90F}" dt="2022-02-15T01:27:29.734" v="227" actId="1076"/>
          <ac:picMkLst>
            <pc:docMk/>
            <pc:sldMk cId="3566222729" sldId="332"/>
            <ac:picMk id="4" creationId="{8FBED80D-7006-4868-BD2E-0119D360BC36}"/>
          </ac:picMkLst>
        </pc:picChg>
        <pc:picChg chg="add del mod">
          <ac:chgData name="Gabriel Quintella" userId="0401f16030b3bbcc" providerId="LiveId" clId="{A26320EF-DB6E-45AC-83DD-8890F8D8F90F}" dt="2022-02-15T01:23:41.287" v="138"/>
          <ac:picMkLst>
            <pc:docMk/>
            <pc:sldMk cId="3566222729" sldId="332"/>
            <ac:picMk id="6" creationId="{F92D74D6-0C25-4A5B-8FB7-291CE6F0E340}"/>
          </ac:picMkLst>
        </pc:picChg>
        <pc:picChg chg="add">
          <ac:chgData name="Gabriel Quintella" userId="0401f16030b3bbcc" providerId="LiveId" clId="{A26320EF-DB6E-45AC-83DD-8890F8D8F90F}" dt="2022-02-15T01:30:18.630" v="269"/>
          <ac:picMkLst>
            <pc:docMk/>
            <pc:sldMk cId="3566222729" sldId="332"/>
            <ac:picMk id="10" creationId="{6537EAA3-A4A6-4359-A0C1-D76CA167E034}"/>
          </ac:picMkLst>
        </pc:picChg>
        <pc:picChg chg="add del mod">
          <ac:chgData name="Gabriel Quintella" userId="0401f16030b3bbcc" providerId="LiveId" clId="{A26320EF-DB6E-45AC-83DD-8890F8D8F90F}" dt="2022-02-15T01:23:03.773" v="132" actId="478"/>
          <ac:picMkLst>
            <pc:docMk/>
            <pc:sldMk cId="3566222729" sldId="332"/>
            <ac:picMk id="1026" creationId="{54390F61-F709-4D66-945B-AEEED7AF167E}"/>
          </ac:picMkLst>
        </pc:picChg>
        <pc:cxnChg chg="del mod">
          <ac:chgData name="Gabriel Quintella" userId="0401f16030b3bbcc" providerId="LiveId" clId="{A26320EF-DB6E-45AC-83DD-8890F8D8F90F}" dt="2022-02-15T01:20:46.981" v="111" actId="478"/>
          <ac:cxnSpMkLst>
            <pc:docMk/>
            <pc:sldMk cId="3566222729" sldId="332"/>
            <ac:cxnSpMk id="7" creationId="{57A706B0-F076-4644-85F7-D5D155B2558F}"/>
          </ac:cxnSpMkLst>
        </pc:cxnChg>
        <pc:cxnChg chg="del mod">
          <ac:chgData name="Gabriel Quintella" userId="0401f16030b3bbcc" providerId="LiveId" clId="{A26320EF-DB6E-45AC-83DD-8890F8D8F90F}" dt="2022-02-15T01:20:37.964" v="108" actId="478"/>
          <ac:cxnSpMkLst>
            <pc:docMk/>
            <pc:sldMk cId="3566222729" sldId="332"/>
            <ac:cxnSpMk id="15" creationId="{F3C1BF57-BEE6-4090-8E06-FCF594F37940}"/>
          </ac:cxnSpMkLst>
        </pc:cxnChg>
      </pc:sldChg>
      <pc:sldChg chg="del">
        <pc:chgData name="Gabriel Quintella" userId="0401f16030b3bbcc" providerId="LiveId" clId="{A26320EF-DB6E-45AC-83DD-8890F8D8F90F}" dt="2022-02-15T01:59:00.173" v="992" actId="47"/>
        <pc:sldMkLst>
          <pc:docMk/>
          <pc:sldMk cId="3930380929" sldId="333"/>
        </pc:sldMkLst>
      </pc:sldChg>
      <pc:sldChg chg="del">
        <pc:chgData name="Gabriel Quintella" userId="0401f16030b3bbcc" providerId="LiveId" clId="{A26320EF-DB6E-45AC-83DD-8890F8D8F90F}" dt="2022-02-15T01:59:01.989" v="993" actId="47"/>
        <pc:sldMkLst>
          <pc:docMk/>
          <pc:sldMk cId="304245559" sldId="334"/>
        </pc:sldMkLst>
      </pc:sldChg>
      <pc:sldChg chg="del">
        <pc:chgData name="Gabriel Quintella" userId="0401f16030b3bbcc" providerId="LiveId" clId="{A26320EF-DB6E-45AC-83DD-8890F8D8F90F}" dt="2022-02-15T01:59:05.378" v="994" actId="47"/>
        <pc:sldMkLst>
          <pc:docMk/>
          <pc:sldMk cId="3553333244" sldId="335"/>
        </pc:sldMkLst>
      </pc:sldChg>
      <pc:sldChg chg="del">
        <pc:chgData name="Gabriel Quintella" userId="0401f16030b3bbcc" providerId="LiveId" clId="{A26320EF-DB6E-45AC-83DD-8890F8D8F90F}" dt="2022-02-15T01:59:06.847" v="995" actId="47"/>
        <pc:sldMkLst>
          <pc:docMk/>
          <pc:sldMk cId="4251169145" sldId="336"/>
        </pc:sldMkLst>
      </pc:sldChg>
      <pc:sldChg chg="addSp delSp modSp add mod setBg delAnim delDesignElem">
        <pc:chgData name="Gabriel Quintella" userId="0401f16030b3bbcc" providerId="LiveId" clId="{A26320EF-DB6E-45AC-83DD-8890F8D8F90F}" dt="2022-02-15T01:40:10.994" v="345" actId="1076"/>
        <pc:sldMkLst>
          <pc:docMk/>
          <pc:sldMk cId="1202832272" sldId="337"/>
        </pc:sldMkLst>
        <pc:spChg chg="del">
          <ac:chgData name="Gabriel Quintella" userId="0401f16030b3bbcc" providerId="LiveId" clId="{A26320EF-DB6E-45AC-83DD-8890F8D8F90F}" dt="2022-02-15T01:30:58.182" v="274" actId="478"/>
          <ac:spMkLst>
            <pc:docMk/>
            <pc:sldMk cId="1202832272" sldId="337"/>
            <ac:spMk id="2" creationId="{A22A48B3-5314-4374-A82C-5EA1D94D2747}"/>
          </ac:spMkLst>
        </pc:spChg>
        <pc:spChg chg="del">
          <ac:chgData name="Gabriel Quintella" userId="0401f16030b3bbcc" providerId="LiveId" clId="{A26320EF-DB6E-45AC-83DD-8890F8D8F90F}" dt="2022-02-15T01:30:55.175" v="273" actId="478"/>
          <ac:spMkLst>
            <pc:docMk/>
            <pc:sldMk cId="1202832272" sldId="337"/>
            <ac:spMk id="3" creationId="{BD195509-717A-46FB-B99F-6404C6E20256}"/>
          </ac:spMkLst>
        </pc:spChg>
        <pc:spChg chg="add mod">
          <ac:chgData name="Gabriel Quintella" userId="0401f16030b3bbcc" providerId="LiveId" clId="{A26320EF-DB6E-45AC-83DD-8890F8D8F90F}" dt="2022-02-15T01:40:10.994" v="345" actId="1076"/>
          <ac:spMkLst>
            <pc:docMk/>
            <pc:sldMk cId="1202832272" sldId="337"/>
            <ac:spMk id="5" creationId="{216C0BA4-DF23-476F-816F-85FE4952F553}"/>
          </ac:spMkLst>
        </pc:spChg>
        <pc:spChg chg="add mod">
          <ac:chgData name="Gabriel Quintella" userId="0401f16030b3bbcc" providerId="LiveId" clId="{A26320EF-DB6E-45AC-83DD-8890F8D8F90F}" dt="2022-02-15T01:38:15.816" v="339" actId="1076"/>
          <ac:spMkLst>
            <pc:docMk/>
            <pc:sldMk cId="1202832272" sldId="337"/>
            <ac:spMk id="6" creationId="{B4392268-98F1-444B-AF0F-A8D0E0A55EBA}"/>
          </ac:spMkLst>
        </pc:spChg>
        <pc:spChg chg="del">
          <ac:chgData name="Gabriel Quintella" userId="0401f16030b3bbcc" providerId="LiveId" clId="{A26320EF-DB6E-45AC-83DD-8890F8D8F90F}" dt="2022-02-15T01:30:47.046" v="272"/>
          <ac:spMkLst>
            <pc:docMk/>
            <pc:sldMk cId="1202832272" sldId="337"/>
            <ac:spMk id="23" creationId="{79BB35BC-D5C2-4C8B-A22A-A71E6191913B}"/>
          </ac:spMkLst>
        </pc:spChg>
        <pc:picChg chg="add mod">
          <ac:chgData name="Gabriel Quintella" userId="0401f16030b3bbcc" providerId="LiveId" clId="{A26320EF-DB6E-45AC-83DD-8890F8D8F90F}" dt="2022-02-15T01:40:05.016" v="344" actId="14100"/>
          <ac:picMkLst>
            <pc:docMk/>
            <pc:sldMk cId="1202832272" sldId="337"/>
            <ac:picMk id="2050" creationId="{7A4C986A-DB8F-4D20-8D80-C1CB54A7917A}"/>
          </ac:picMkLst>
        </pc:picChg>
      </pc:sldChg>
      <pc:sldChg chg="addSp delSp modSp add mod">
        <pc:chgData name="Gabriel Quintella" userId="0401f16030b3bbcc" providerId="LiveId" clId="{A26320EF-DB6E-45AC-83DD-8890F8D8F90F}" dt="2022-02-15T01:57:55.023" v="989" actId="20577"/>
        <pc:sldMkLst>
          <pc:docMk/>
          <pc:sldMk cId="2717070704" sldId="338"/>
        </pc:sldMkLst>
        <pc:spChg chg="add mod">
          <ac:chgData name="Gabriel Quintella" userId="0401f16030b3bbcc" providerId="LiveId" clId="{A26320EF-DB6E-45AC-83DD-8890F8D8F90F}" dt="2022-02-15T01:41:40.934" v="353" actId="14100"/>
          <ac:spMkLst>
            <pc:docMk/>
            <pc:sldMk cId="2717070704" sldId="338"/>
            <ac:spMk id="2" creationId="{30D8C133-125F-4D33-B22D-B37ECD5307A3}"/>
          </ac:spMkLst>
        </pc:spChg>
        <pc:spChg chg="add mod">
          <ac:chgData name="Gabriel Quintella" userId="0401f16030b3bbcc" providerId="LiveId" clId="{A26320EF-DB6E-45AC-83DD-8890F8D8F90F}" dt="2022-02-15T01:57:49.064" v="981" actId="20577"/>
          <ac:spMkLst>
            <pc:docMk/>
            <pc:sldMk cId="2717070704" sldId="338"/>
            <ac:spMk id="3" creationId="{668285B6-8F1D-4CB1-AC48-1D8AA483472D}"/>
          </ac:spMkLst>
        </pc:spChg>
        <pc:spChg chg="add mod">
          <ac:chgData name="Gabriel Quintella" userId="0401f16030b3bbcc" providerId="LiveId" clId="{A26320EF-DB6E-45AC-83DD-8890F8D8F90F}" dt="2022-02-15T01:41:56.641" v="355" actId="1076"/>
          <ac:spMkLst>
            <pc:docMk/>
            <pc:sldMk cId="2717070704" sldId="338"/>
            <ac:spMk id="7" creationId="{20186672-1884-41C6-84B4-94D5D1D84A66}"/>
          </ac:spMkLst>
        </pc:spChg>
        <pc:spChg chg="add mod">
          <ac:chgData name="Gabriel Quintella" userId="0401f16030b3bbcc" providerId="LiveId" clId="{A26320EF-DB6E-45AC-83DD-8890F8D8F90F}" dt="2022-02-15T01:42:04.958" v="358" actId="14100"/>
          <ac:spMkLst>
            <pc:docMk/>
            <pc:sldMk cId="2717070704" sldId="338"/>
            <ac:spMk id="8" creationId="{086A8527-E064-48AA-9F31-52E5A7CCE5FC}"/>
          </ac:spMkLst>
        </pc:spChg>
        <pc:spChg chg="add mod">
          <ac:chgData name="Gabriel Quintella" userId="0401f16030b3bbcc" providerId="LiveId" clId="{A26320EF-DB6E-45AC-83DD-8890F8D8F90F}" dt="2022-02-15T01:57:55.023" v="989" actId="20577"/>
          <ac:spMkLst>
            <pc:docMk/>
            <pc:sldMk cId="2717070704" sldId="338"/>
            <ac:spMk id="10" creationId="{DF3A8B6B-D376-40DD-AF10-A4DB390E0FCC}"/>
          </ac:spMkLst>
        </pc:spChg>
        <pc:spChg chg="add mod">
          <ac:chgData name="Gabriel Quintella" userId="0401f16030b3bbcc" providerId="LiveId" clId="{A26320EF-DB6E-45AC-83DD-8890F8D8F90F}" dt="2022-02-15T01:57:52.480" v="985" actId="20577"/>
          <ac:spMkLst>
            <pc:docMk/>
            <pc:sldMk cId="2717070704" sldId="338"/>
            <ac:spMk id="11" creationId="{41272548-389E-4471-9B2C-DCEDFFA09DE9}"/>
          </ac:spMkLst>
        </pc:spChg>
        <pc:picChg chg="del">
          <ac:chgData name="Gabriel Quintella" userId="0401f16030b3bbcc" providerId="LiveId" clId="{A26320EF-DB6E-45AC-83DD-8890F8D8F90F}" dt="2022-02-15T01:40:30.100" v="347" actId="478"/>
          <ac:picMkLst>
            <pc:docMk/>
            <pc:sldMk cId="2717070704" sldId="338"/>
            <ac:picMk id="2050" creationId="{7A4C986A-DB8F-4D20-8D80-C1CB54A7917A}"/>
          </ac:picMkLst>
        </pc:picChg>
        <pc:cxnChg chg="add mod">
          <ac:chgData name="Gabriel Quintella" userId="0401f16030b3bbcc" providerId="LiveId" clId="{A26320EF-DB6E-45AC-83DD-8890F8D8F90F}" dt="2022-02-15T01:49:27.559" v="673" actId="1076"/>
          <ac:cxnSpMkLst>
            <pc:docMk/>
            <pc:sldMk cId="2717070704" sldId="338"/>
            <ac:cxnSpMk id="12" creationId="{3DC4EE75-97C3-4D26-B953-24F547EFA234}"/>
          </ac:cxnSpMkLst>
        </pc:cxnChg>
        <pc:cxnChg chg="add mod">
          <ac:chgData name="Gabriel Quintella" userId="0401f16030b3bbcc" providerId="LiveId" clId="{A26320EF-DB6E-45AC-83DD-8890F8D8F90F}" dt="2022-02-15T01:49:31.483" v="674" actId="1076"/>
          <ac:cxnSpMkLst>
            <pc:docMk/>
            <pc:sldMk cId="2717070704" sldId="338"/>
            <ac:cxnSpMk id="14" creationId="{5F5F33C8-95AD-45DF-BF8D-2E66A338BB8D}"/>
          </ac:cxnSpMkLst>
        </pc:cxnChg>
        <pc:cxnChg chg="add mod">
          <ac:chgData name="Gabriel Quintella" userId="0401f16030b3bbcc" providerId="LiveId" clId="{A26320EF-DB6E-45AC-83DD-8890F8D8F90F}" dt="2022-02-15T01:50:02.797" v="683" actId="1076"/>
          <ac:cxnSpMkLst>
            <pc:docMk/>
            <pc:sldMk cId="2717070704" sldId="338"/>
            <ac:cxnSpMk id="17" creationId="{F91E2335-E801-42E8-A5FC-C6136802DCCF}"/>
          </ac:cxnSpMkLst>
        </pc:cxnChg>
        <pc:cxnChg chg="add del mod">
          <ac:chgData name="Gabriel Quintella" userId="0401f16030b3bbcc" providerId="LiveId" clId="{A26320EF-DB6E-45AC-83DD-8890F8D8F90F}" dt="2022-02-15T01:45:07.209" v="500"/>
          <ac:cxnSpMkLst>
            <pc:docMk/>
            <pc:sldMk cId="2717070704" sldId="338"/>
            <ac:cxnSpMk id="20" creationId="{34CB7E80-3D5D-476E-9648-CC061BE23DC3}"/>
          </ac:cxnSpMkLst>
        </pc:cxnChg>
      </pc:sldChg>
      <pc:sldChg chg="addSp delSp modSp add del mod">
        <pc:chgData name="Gabriel Quintella" userId="0401f16030b3bbcc" providerId="LiveId" clId="{A26320EF-DB6E-45AC-83DD-8890F8D8F90F}" dt="2022-02-15T01:58:36.781" v="990" actId="47"/>
        <pc:sldMkLst>
          <pc:docMk/>
          <pc:sldMk cId="4244212144" sldId="339"/>
        </pc:sldMkLst>
        <pc:spChg chg="mod">
          <ac:chgData name="Gabriel Quintella" userId="0401f16030b3bbcc" providerId="LiveId" clId="{A26320EF-DB6E-45AC-83DD-8890F8D8F90F}" dt="2022-02-15T01:46:09.458" v="512" actId="14100"/>
          <ac:spMkLst>
            <pc:docMk/>
            <pc:sldMk cId="4244212144" sldId="339"/>
            <ac:spMk id="2" creationId="{30D8C133-125F-4D33-B22D-B37ECD5307A3}"/>
          </ac:spMkLst>
        </pc:spChg>
        <pc:spChg chg="del">
          <ac:chgData name="Gabriel Quintella" userId="0401f16030b3bbcc" providerId="LiveId" clId="{A26320EF-DB6E-45AC-83DD-8890F8D8F90F}" dt="2022-02-15T01:45:52.431" v="506" actId="478"/>
          <ac:spMkLst>
            <pc:docMk/>
            <pc:sldMk cId="4244212144" sldId="339"/>
            <ac:spMk id="3" creationId="{668285B6-8F1D-4CB1-AC48-1D8AA483472D}"/>
          </ac:spMkLst>
        </pc:spChg>
        <pc:spChg chg="del">
          <ac:chgData name="Gabriel Quintella" userId="0401f16030b3bbcc" providerId="LiveId" clId="{A26320EF-DB6E-45AC-83DD-8890F8D8F90F}" dt="2022-02-15T01:46:00.985" v="510" actId="478"/>
          <ac:spMkLst>
            <pc:docMk/>
            <pc:sldMk cId="4244212144" sldId="339"/>
            <ac:spMk id="7" creationId="{20186672-1884-41C6-84B4-94D5D1D84A66}"/>
          </ac:spMkLst>
        </pc:spChg>
        <pc:spChg chg="del">
          <ac:chgData name="Gabriel Quintella" userId="0401f16030b3bbcc" providerId="LiveId" clId="{A26320EF-DB6E-45AC-83DD-8890F8D8F90F}" dt="2022-02-15T01:46:03.352" v="511" actId="478"/>
          <ac:spMkLst>
            <pc:docMk/>
            <pc:sldMk cId="4244212144" sldId="339"/>
            <ac:spMk id="8" creationId="{086A8527-E064-48AA-9F31-52E5A7CCE5FC}"/>
          </ac:spMkLst>
        </pc:spChg>
        <pc:spChg chg="mod">
          <ac:chgData name="Gabriel Quintella" userId="0401f16030b3bbcc" providerId="LiveId" clId="{A26320EF-DB6E-45AC-83DD-8890F8D8F90F}" dt="2022-02-15T01:46:23.726" v="522" actId="20577"/>
          <ac:spMkLst>
            <pc:docMk/>
            <pc:sldMk cId="4244212144" sldId="339"/>
            <ac:spMk id="10" creationId="{DF3A8B6B-D376-40DD-AF10-A4DB390E0FCC}"/>
          </ac:spMkLst>
        </pc:spChg>
        <pc:cxnChg chg="add del mod">
          <ac:chgData name="Gabriel Quintella" userId="0401f16030b3bbcc" providerId="LiveId" clId="{A26320EF-DB6E-45AC-83DD-8890F8D8F90F}" dt="2022-02-15T01:45:58.286" v="509" actId="478"/>
          <ac:cxnSpMkLst>
            <pc:docMk/>
            <pc:sldMk cId="4244212144" sldId="339"/>
            <ac:cxnSpMk id="12" creationId="{3DC4EE75-97C3-4D26-B953-24F547EFA234}"/>
          </ac:cxnSpMkLst>
        </pc:cxnChg>
        <pc:cxnChg chg="del mod">
          <ac:chgData name="Gabriel Quintella" userId="0401f16030b3bbcc" providerId="LiveId" clId="{A26320EF-DB6E-45AC-83DD-8890F8D8F90F}" dt="2022-02-15T01:45:54.423" v="507" actId="478"/>
          <ac:cxnSpMkLst>
            <pc:docMk/>
            <pc:sldMk cId="4244212144" sldId="339"/>
            <ac:cxnSpMk id="14" creationId="{5F5F33C8-95AD-45DF-BF8D-2E66A338BB8D}"/>
          </ac:cxnSpMkLst>
        </pc:cxnChg>
        <pc:cxnChg chg="del mod">
          <ac:chgData name="Gabriel Quintella" userId="0401f16030b3bbcc" providerId="LiveId" clId="{A26320EF-DB6E-45AC-83DD-8890F8D8F90F}" dt="2022-02-15T01:45:56.199" v="508" actId="478"/>
          <ac:cxnSpMkLst>
            <pc:docMk/>
            <pc:sldMk cId="4244212144" sldId="339"/>
            <ac:cxnSpMk id="17" creationId="{F91E2335-E801-42E8-A5FC-C6136802DCCF}"/>
          </ac:cxnSpMkLst>
        </pc:cxnChg>
      </pc:sldChg>
      <pc:sldChg chg="addSp delSp modSp add mod ord">
        <pc:chgData name="Gabriel Quintella" userId="0401f16030b3bbcc" providerId="LiveId" clId="{A26320EF-DB6E-45AC-83DD-8890F8D8F90F}" dt="2022-02-16T01:54:23.111" v="1507"/>
        <pc:sldMkLst>
          <pc:docMk/>
          <pc:sldMk cId="3818018670" sldId="340"/>
        </pc:sldMkLst>
        <pc:spChg chg="del mod">
          <ac:chgData name="Gabriel Quintella" userId="0401f16030b3bbcc" providerId="LiveId" clId="{A26320EF-DB6E-45AC-83DD-8890F8D8F90F}" dt="2022-02-15T02:20:58.361" v="1072" actId="478"/>
          <ac:spMkLst>
            <pc:docMk/>
            <pc:sldMk cId="3818018670" sldId="340"/>
            <ac:spMk id="2" creationId="{30D8C133-125F-4D33-B22D-B37ECD5307A3}"/>
          </ac:spMkLst>
        </pc:spChg>
        <pc:spChg chg="del">
          <ac:chgData name="Gabriel Quintella" userId="0401f16030b3bbcc" providerId="LiveId" clId="{A26320EF-DB6E-45AC-83DD-8890F8D8F90F}" dt="2022-02-15T02:21:00.410" v="1073" actId="478"/>
          <ac:spMkLst>
            <pc:docMk/>
            <pc:sldMk cId="3818018670" sldId="340"/>
            <ac:spMk id="5" creationId="{216C0BA4-DF23-476F-816F-85FE4952F553}"/>
          </ac:spMkLst>
        </pc:spChg>
        <pc:spChg chg="mod">
          <ac:chgData name="Gabriel Quintella" userId="0401f16030b3bbcc" providerId="LiveId" clId="{A26320EF-DB6E-45AC-83DD-8890F8D8F90F}" dt="2022-02-15T02:36:57.312" v="1160" actId="1076"/>
          <ac:spMkLst>
            <pc:docMk/>
            <pc:sldMk cId="3818018670" sldId="340"/>
            <ac:spMk id="6" creationId="{B4392268-98F1-444B-AF0F-A8D0E0A55EBA}"/>
          </ac:spMkLst>
        </pc:spChg>
        <pc:spChg chg="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10" creationId="{DF3A8B6B-D376-40DD-AF10-A4DB390E0FCC}"/>
          </ac:spMkLst>
        </pc:spChg>
        <pc:spChg chg="del mod">
          <ac:chgData name="Gabriel Quintella" userId="0401f16030b3bbcc" providerId="LiveId" clId="{A26320EF-DB6E-45AC-83DD-8890F8D8F90F}" dt="2022-02-15T02:21:17.033" v="1078" actId="478"/>
          <ac:spMkLst>
            <pc:docMk/>
            <pc:sldMk cId="3818018670" sldId="340"/>
            <ac:spMk id="11" creationId="{41272548-389E-4471-9B2C-DCEDFFA09DE9}"/>
          </ac:spMkLst>
        </pc:spChg>
        <pc:spChg chg="add del mod">
          <ac:chgData name="Gabriel Quintella" userId="0401f16030b3bbcc" providerId="LiveId" clId="{A26320EF-DB6E-45AC-83DD-8890F8D8F90F}" dt="2022-02-15T02:21:19.200" v="1079" actId="478"/>
          <ac:spMkLst>
            <pc:docMk/>
            <pc:sldMk cId="3818018670" sldId="340"/>
            <ac:spMk id="14" creationId="{C194800C-F703-4FE7-87A5-01D3E488D1F2}"/>
          </ac:spMkLst>
        </pc:spChg>
        <pc:spChg chg="add del mod">
          <ac:chgData name="Gabriel Quintella" userId="0401f16030b3bbcc" providerId="LiveId" clId="{A26320EF-DB6E-45AC-83DD-8890F8D8F90F}" dt="2022-02-15T02:21:29.312" v="1081" actId="478"/>
          <ac:spMkLst>
            <pc:docMk/>
            <pc:sldMk cId="3818018670" sldId="340"/>
            <ac:spMk id="15" creationId="{D88C6D0F-83EB-4F29-AF54-13CE1FA13FD1}"/>
          </ac:spMkLst>
        </pc:spChg>
        <pc:spChg chg="add del mod">
          <ac:chgData name="Gabriel Quintella" userId="0401f16030b3bbcc" providerId="LiveId" clId="{A26320EF-DB6E-45AC-83DD-8890F8D8F90F}" dt="2022-02-15T01:54:40.689" v="926" actId="478"/>
          <ac:spMkLst>
            <pc:docMk/>
            <pc:sldMk cId="3818018670" sldId="340"/>
            <ac:spMk id="16" creationId="{7DCEFB7C-A750-41C0-9717-295049A59369}"/>
          </ac:spMkLst>
        </pc:spChg>
        <pc:spChg chg="add del mod">
          <ac:chgData name="Gabriel Quintella" userId="0401f16030b3bbcc" providerId="LiveId" clId="{A26320EF-DB6E-45AC-83DD-8890F8D8F90F}" dt="2022-02-15T02:21:31.496" v="1082" actId="478"/>
          <ac:spMkLst>
            <pc:docMk/>
            <pc:sldMk cId="3818018670" sldId="340"/>
            <ac:spMk id="17" creationId="{D754FE1B-0A62-4661-A0AB-6B16719D57B8}"/>
          </ac:spMkLst>
        </pc:spChg>
        <pc:spChg chg="add del mod">
          <ac:chgData name="Gabriel Quintella" userId="0401f16030b3bbcc" providerId="LiveId" clId="{A26320EF-DB6E-45AC-83DD-8890F8D8F90F}" dt="2022-02-15T02:21:21.266" v="1080" actId="478"/>
          <ac:spMkLst>
            <pc:docMk/>
            <pc:sldMk cId="3818018670" sldId="340"/>
            <ac:spMk id="18" creationId="{2FA11140-C966-4D9B-8C56-62F367F5B13F}"/>
          </ac:spMkLst>
        </pc:spChg>
        <pc:spChg chg="add del mod">
          <ac:chgData name="Gabriel Quintella" userId="0401f16030b3bbcc" providerId="LiveId" clId="{A26320EF-DB6E-45AC-83DD-8890F8D8F90F}" dt="2022-02-15T02:21:37.730" v="1083" actId="478"/>
          <ac:spMkLst>
            <pc:docMk/>
            <pc:sldMk cId="3818018670" sldId="340"/>
            <ac:spMk id="19" creationId="{1F6D9923-D60D-4C0F-9008-598D238B6E73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0" creationId="{18826304-6D66-4E89-90DD-DB60D930E731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3" creationId="{2AE239A1-5827-448C-859B-3D99762F3B6C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4" creationId="{C1AF750A-6428-477E-8F3C-3B1B6407E23D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5" creationId="{DE54D29F-B660-4EBE-B933-73D5304F1F9D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6" creationId="{AF7E71E6-B74A-46CE-B2D4-D300915B5410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7" creationId="{5629F1AB-27F1-422E-B42E-CBCABAD4A44B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8" creationId="{A2A7EB61-8E72-4672-BC32-8A2BA52916A5}"/>
          </ac:spMkLst>
        </pc:spChg>
        <pc:spChg chg="add del mod">
          <ac:chgData name="Gabriel Quintella" userId="0401f16030b3bbcc" providerId="LiveId" clId="{A26320EF-DB6E-45AC-83DD-8890F8D8F90F}" dt="2022-02-15T02:36:44.602" v="1156" actId="478"/>
          <ac:spMkLst>
            <pc:docMk/>
            <pc:sldMk cId="3818018670" sldId="340"/>
            <ac:spMk id="31" creationId="{6DFE1314-59D3-4CE5-9F50-CD0894E0EFC8}"/>
          </ac:spMkLst>
        </pc:spChg>
        <pc:spChg chg="add del mod">
          <ac:chgData name="Gabriel Quintella" userId="0401f16030b3bbcc" providerId="LiveId" clId="{A26320EF-DB6E-45AC-83DD-8890F8D8F90F}" dt="2022-02-15T02:36:41.454" v="1155" actId="478"/>
          <ac:spMkLst>
            <pc:docMk/>
            <pc:sldMk cId="3818018670" sldId="340"/>
            <ac:spMk id="32" creationId="{DC364D78-984D-4927-9105-72E055E7D9DB}"/>
          </ac:spMkLst>
        </pc:spChg>
        <pc:spChg chg="add del mod">
          <ac:chgData name="Gabriel Quintella" userId="0401f16030b3bbcc" providerId="LiveId" clId="{A26320EF-DB6E-45AC-83DD-8890F8D8F90F}" dt="2022-02-15T02:38:54.587" v="1175" actId="478"/>
          <ac:spMkLst>
            <pc:docMk/>
            <pc:sldMk cId="3818018670" sldId="340"/>
            <ac:spMk id="33" creationId="{0F702AE0-5983-4CF2-919D-4170FAE6D41B}"/>
          </ac:spMkLst>
        </pc:spChg>
        <pc:spChg chg="add del mod">
          <ac:chgData name="Gabriel Quintella" userId="0401f16030b3bbcc" providerId="LiveId" clId="{A26320EF-DB6E-45AC-83DD-8890F8D8F90F}" dt="2022-02-15T02:38:56.841" v="1176" actId="478"/>
          <ac:spMkLst>
            <pc:docMk/>
            <pc:sldMk cId="3818018670" sldId="340"/>
            <ac:spMk id="34" creationId="{2E231F16-7500-4D38-B5C3-8AB66BC6D850}"/>
          </ac:spMkLst>
        </pc:spChg>
        <pc:spChg chg="add mod">
          <ac:chgData name="Gabriel Quintella" userId="0401f16030b3bbcc" providerId="LiveId" clId="{A26320EF-DB6E-45AC-83DD-8890F8D8F90F}" dt="2022-02-15T02:37:43.297" v="1170" actId="1038"/>
          <ac:spMkLst>
            <pc:docMk/>
            <pc:sldMk cId="3818018670" sldId="340"/>
            <ac:spMk id="37" creationId="{5FE57E88-CD14-4E4F-BECB-DBD15A2B7BFF}"/>
          </ac:spMkLst>
        </pc:spChg>
        <pc:spChg chg="add mod">
          <ac:chgData name="Gabriel Quintella" userId="0401f16030b3bbcc" providerId="LiveId" clId="{A26320EF-DB6E-45AC-83DD-8890F8D8F90F}" dt="2022-02-15T02:38:03.130" v="1174" actId="14100"/>
          <ac:spMkLst>
            <pc:docMk/>
            <pc:sldMk cId="3818018670" sldId="340"/>
            <ac:spMk id="38" creationId="{B5D7F996-019E-4555-BDCA-90BFBE362C38}"/>
          </ac:spMkLst>
        </pc:spChg>
        <pc:picChg chg="add del mod modCrop">
          <ac:chgData name="Gabriel Quintella" userId="0401f16030b3bbcc" providerId="LiveId" clId="{A26320EF-DB6E-45AC-83DD-8890F8D8F90F}" dt="2022-02-15T02:36:21.721" v="1150" actId="478"/>
          <ac:picMkLst>
            <pc:docMk/>
            <pc:sldMk cId="3818018670" sldId="340"/>
            <ac:picMk id="30" creationId="{0FEFA45B-11F3-446F-8921-0EA39DF75297}"/>
          </ac:picMkLst>
        </pc:picChg>
        <pc:picChg chg="add mod">
          <ac:chgData name="Gabriel Quintella" userId="0401f16030b3bbcc" providerId="LiveId" clId="{A26320EF-DB6E-45AC-83DD-8890F8D8F90F}" dt="2022-02-15T02:36:52.063" v="1159" actId="1076"/>
          <ac:picMkLst>
            <pc:docMk/>
            <pc:sldMk cId="3818018670" sldId="340"/>
            <ac:picMk id="36" creationId="{8220B1BD-418C-49F5-8E47-9555D51CCC95}"/>
          </ac:picMkLst>
        </pc:picChg>
        <pc:picChg chg="add mod">
          <ac:chgData name="Gabriel Quintella" userId="0401f16030b3bbcc" providerId="LiveId" clId="{A26320EF-DB6E-45AC-83DD-8890F8D8F90F}" dt="2022-02-15T03:22:27.309" v="1343" actId="1037"/>
          <ac:picMkLst>
            <pc:docMk/>
            <pc:sldMk cId="3818018670" sldId="340"/>
            <ac:picMk id="40" creationId="{8293F570-04E1-4260-A1CD-C8F60C3D3F9C}"/>
          </ac:picMkLst>
        </pc:picChg>
        <pc:picChg chg="add mod">
          <ac:chgData name="Gabriel Quintella" userId="0401f16030b3bbcc" providerId="LiveId" clId="{A26320EF-DB6E-45AC-83DD-8890F8D8F90F}" dt="2022-02-15T03:22:27.513" v="1349" actId="1035"/>
          <ac:picMkLst>
            <pc:docMk/>
            <pc:sldMk cId="3818018670" sldId="340"/>
            <ac:picMk id="42" creationId="{126216A2-7C32-45A3-9967-7F136E36D5A7}"/>
          </ac:picMkLst>
        </pc:picChg>
        <pc:cxnChg chg="add del mod">
          <ac:chgData name="Gabriel Quintella" userId="0401f16030b3bbcc" providerId="LiveId" clId="{A26320EF-DB6E-45AC-83DD-8890F8D8F90F}" dt="2022-02-15T02:21:02.800" v="1074" actId="478"/>
          <ac:cxnSpMkLst>
            <pc:docMk/>
            <pc:sldMk cId="3818018670" sldId="340"/>
            <ac:cxnSpMk id="7" creationId="{14A60688-F645-4CE2-A4C2-F262A29986FD}"/>
          </ac:cxnSpMkLst>
        </pc:cxnChg>
        <pc:cxnChg chg="add del mod">
          <ac:chgData name="Gabriel Quintella" userId="0401f16030b3bbcc" providerId="LiveId" clId="{A26320EF-DB6E-45AC-83DD-8890F8D8F90F}" dt="2022-02-15T02:21:05.432" v="1075" actId="478"/>
          <ac:cxnSpMkLst>
            <pc:docMk/>
            <pc:sldMk cId="3818018670" sldId="340"/>
            <ac:cxnSpMk id="9" creationId="{6D722989-1F72-435B-94F9-7A82A51F27C9}"/>
          </ac:cxnSpMkLst>
        </pc:cxnChg>
        <pc:cxnChg chg="add mod">
          <ac:chgData name="Gabriel Quintella" userId="0401f16030b3bbcc" providerId="LiveId" clId="{A26320EF-DB6E-45AC-83DD-8890F8D8F90F}" dt="2022-02-15T03:22:27.513" v="1349" actId="1035"/>
          <ac:cxnSpMkLst>
            <pc:docMk/>
            <pc:sldMk cId="3818018670" sldId="340"/>
            <ac:cxnSpMk id="44" creationId="{527AED78-52BC-4B52-B343-204303CCBAA6}"/>
          </ac:cxnSpMkLst>
        </pc:cxnChg>
        <pc:cxnChg chg="add mod">
          <ac:chgData name="Gabriel Quintella" userId="0401f16030b3bbcc" providerId="LiveId" clId="{A26320EF-DB6E-45AC-83DD-8890F8D8F90F}" dt="2022-02-15T03:22:27.309" v="1343" actId="1037"/>
          <ac:cxnSpMkLst>
            <pc:docMk/>
            <pc:sldMk cId="3818018670" sldId="340"/>
            <ac:cxnSpMk id="46" creationId="{027DCDEB-F7AC-450B-B913-65A66D27BF12}"/>
          </ac:cxnSpMkLst>
        </pc:cxnChg>
      </pc:sldChg>
      <pc:sldChg chg="addSp delSp modSp add mod setBg modAnim delDesignElem">
        <pc:chgData name="Gabriel Quintella" userId="0401f16030b3bbcc" providerId="LiveId" clId="{A26320EF-DB6E-45AC-83DD-8890F8D8F90F}" dt="2022-02-15T03:22:29.809" v="1363"/>
        <pc:sldMkLst>
          <pc:docMk/>
          <pc:sldMk cId="794305198" sldId="341"/>
        </pc:sldMkLst>
        <pc:spChg chg="mod">
          <ac:chgData name="Gabriel Quintella" userId="0401f16030b3bbcc" providerId="LiveId" clId="{A26320EF-DB6E-45AC-83DD-8890F8D8F90F}" dt="2022-02-15T02:00:22.912" v="1036" actId="27636"/>
          <ac:spMkLst>
            <pc:docMk/>
            <pc:sldMk cId="794305198" sldId="341"/>
            <ac:spMk id="2" creationId="{A22A48B3-5314-4374-A82C-5EA1D94D2747}"/>
          </ac:spMkLst>
        </pc:spChg>
        <pc:spChg chg="mod">
          <ac:chgData name="Gabriel Quintella" userId="0401f16030b3bbcc" providerId="LiveId" clId="{A26320EF-DB6E-45AC-83DD-8890F8D8F90F}" dt="2022-02-15T02:00:45.063" v="1054" actId="14100"/>
          <ac:spMkLst>
            <pc:docMk/>
            <pc:sldMk cId="794305198" sldId="341"/>
            <ac:spMk id="3" creationId="{BD195509-717A-46FB-B99F-6404C6E20256}"/>
          </ac:spMkLst>
        </pc:spChg>
        <pc:spChg chg="add mod">
          <ac:chgData name="Gabriel Quintella" userId="0401f16030b3bbcc" providerId="LiveId" clId="{A26320EF-DB6E-45AC-83DD-8890F8D8F90F}" dt="2022-02-15T02:01:00.511" v="1065" actId="20577"/>
          <ac:spMkLst>
            <pc:docMk/>
            <pc:sldMk cId="794305198" sldId="341"/>
            <ac:spMk id="6" creationId="{BE2AFD88-421C-487F-ACA7-CFC7ED0C8727}"/>
          </ac:spMkLst>
        </pc:spChg>
        <pc:spChg chg="del">
          <ac:chgData name="Gabriel Quintella" userId="0401f16030b3bbcc" providerId="LiveId" clId="{A26320EF-DB6E-45AC-83DD-8890F8D8F90F}" dt="2022-02-15T02:00:03.681" v="997"/>
          <ac:spMkLst>
            <pc:docMk/>
            <pc:sldMk cId="794305198" sldId="341"/>
            <ac:spMk id="23" creationId="{79BB35BC-D5C2-4C8B-A22A-A71E6191913B}"/>
          </ac:spMkLst>
        </pc:spChg>
        <pc:picChg chg="add mod">
          <ac:chgData name="Gabriel Quintella" userId="0401f16030b3bbcc" providerId="LiveId" clId="{A26320EF-DB6E-45AC-83DD-8890F8D8F90F}" dt="2022-02-15T02:04:53.555" v="1070" actId="1076"/>
          <ac:picMkLst>
            <pc:docMk/>
            <pc:sldMk cId="794305198" sldId="341"/>
            <ac:picMk id="7" creationId="{C535BF03-3DF7-4DA9-9EFB-BC6573721423}"/>
          </ac:picMkLst>
        </pc:picChg>
      </pc:sldChg>
      <pc:sldChg chg="addSp delSp modSp add mod">
        <pc:chgData name="Gabriel Quintella" userId="0401f16030b3bbcc" providerId="LiveId" clId="{A26320EF-DB6E-45AC-83DD-8890F8D8F90F}" dt="2022-02-15T03:29:21.165" v="1450" actId="1037"/>
        <pc:sldMkLst>
          <pc:docMk/>
          <pc:sldMk cId="1412536892" sldId="342"/>
        </pc:sldMkLst>
        <pc:spChg chg="mod">
          <ac:chgData name="Gabriel Quintella" userId="0401f16030b3bbcc" providerId="LiveId" clId="{A26320EF-DB6E-45AC-83DD-8890F8D8F90F}" dt="2022-02-15T03:24:50.641" v="1368" actId="14100"/>
          <ac:spMkLst>
            <pc:docMk/>
            <pc:sldMk cId="1412536892" sldId="342"/>
            <ac:spMk id="2" creationId="{30D8C133-125F-4D33-B22D-B37ECD5307A3}"/>
          </ac:spMkLst>
        </pc:spChg>
        <pc:spChg chg="mod">
          <ac:chgData name="Gabriel Quintella" userId="0401f16030b3bbcc" providerId="LiveId" clId="{A26320EF-DB6E-45AC-83DD-8890F8D8F90F}" dt="2022-02-15T03:27:15.317" v="1407" actId="1076"/>
          <ac:spMkLst>
            <pc:docMk/>
            <pc:sldMk cId="1412536892" sldId="342"/>
            <ac:spMk id="3" creationId="{668285B6-8F1D-4CB1-AC48-1D8AA483472D}"/>
          </ac:spMkLst>
        </pc:spChg>
        <pc:spChg chg="del">
          <ac:chgData name="Gabriel Quintella" userId="0401f16030b3bbcc" providerId="LiveId" clId="{A26320EF-DB6E-45AC-83DD-8890F8D8F90F}" dt="2022-02-15T03:24:37.004" v="1365" actId="478"/>
          <ac:spMkLst>
            <pc:docMk/>
            <pc:sldMk cId="1412536892" sldId="342"/>
            <ac:spMk id="7" creationId="{20186672-1884-41C6-84B4-94D5D1D84A66}"/>
          </ac:spMkLst>
        </pc:spChg>
        <pc:spChg chg="del">
          <ac:chgData name="Gabriel Quintella" userId="0401f16030b3bbcc" providerId="LiveId" clId="{A26320EF-DB6E-45AC-83DD-8890F8D8F90F}" dt="2022-02-15T03:24:40.519" v="1366" actId="478"/>
          <ac:spMkLst>
            <pc:docMk/>
            <pc:sldMk cId="1412536892" sldId="342"/>
            <ac:spMk id="8" creationId="{086A8527-E064-48AA-9F31-52E5A7CCE5FC}"/>
          </ac:spMkLst>
        </pc:spChg>
        <pc:spChg chg="del">
          <ac:chgData name="Gabriel Quintella" userId="0401f16030b3bbcc" providerId="LiveId" clId="{A26320EF-DB6E-45AC-83DD-8890F8D8F90F}" dt="2022-02-15T03:26:02.442" v="1391" actId="478"/>
          <ac:spMkLst>
            <pc:docMk/>
            <pc:sldMk cId="1412536892" sldId="342"/>
            <ac:spMk id="10" creationId="{DF3A8B6B-D376-40DD-AF10-A4DB390E0FCC}"/>
          </ac:spMkLst>
        </pc:spChg>
        <pc:spChg chg="mod">
          <ac:chgData name="Gabriel Quintella" userId="0401f16030b3bbcc" providerId="LiveId" clId="{A26320EF-DB6E-45AC-83DD-8890F8D8F90F}" dt="2022-02-15T03:29:21.165" v="1450" actId="1037"/>
          <ac:spMkLst>
            <pc:docMk/>
            <pc:sldMk cId="1412536892" sldId="342"/>
            <ac:spMk id="11" creationId="{41272548-389E-4471-9B2C-DCEDFFA09DE9}"/>
          </ac:spMkLst>
        </pc:spChg>
        <pc:cxnChg chg="mod">
          <ac:chgData name="Gabriel Quintella" userId="0401f16030b3bbcc" providerId="LiveId" clId="{A26320EF-DB6E-45AC-83DD-8890F8D8F90F}" dt="2022-02-15T03:27:23.775" v="1409" actId="14100"/>
          <ac:cxnSpMkLst>
            <pc:docMk/>
            <pc:sldMk cId="1412536892" sldId="342"/>
            <ac:cxnSpMk id="12" creationId="{3DC4EE75-97C3-4D26-B953-24F547EFA234}"/>
          </ac:cxnSpMkLst>
        </pc:cxnChg>
        <pc:cxnChg chg="del mod">
          <ac:chgData name="Gabriel Quintella" userId="0401f16030b3bbcc" providerId="LiveId" clId="{A26320EF-DB6E-45AC-83DD-8890F8D8F90F}" dt="2022-02-15T03:25:57.961" v="1390" actId="478"/>
          <ac:cxnSpMkLst>
            <pc:docMk/>
            <pc:sldMk cId="1412536892" sldId="342"/>
            <ac:cxnSpMk id="14" creationId="{5F5F33C8-95AD-45DF-BF8D-2E66A338BB8D}"/>
          </ac:cxnSpMkLst>
        </pc:cxnChg>
        <pc:cxnChg chg="del mod">
          <ac:chgData name="Gabriel Quintella" userId="0401f16030b3bbcc" providerId="LiveId" clId="{A26320EF-DB6E-45AC-83DD-8890F8D8F90F}" dt="2022-02-15T03:29:01.056" v="1437" actId="478"/>
          <ac:cxnSpMkLst>
            <pc:docMk/>
            <pc:sldMk cId="1412536892" sldId="342"/>
            <ac:cxnSpMk id="17" creationId="{F91E2335-E801-42E8-A5FC-C6136802DCCF}"/>
          </ac:cxnSpMkLst>
        </pc:cxnChg>
        <pc:cxnChg chg="add mod">
          <ac:chgData name="Gabriel Quintella" userId="0401f16030b3bbcc" providerId="LiveId" clId="{A26320EF-DB6E-45AC-83DD-8890F8D8F90F}" dt="2022-02-15T03:29:21.165" v="1450" actId="1037"/>
          <ac:cxnSpMkLst>
            <pc:docMk/>
            <pc:sldMk cId="1412536892" sldId="342"/>
            <ac:cxnSpMk id="40" creationId="{1A037BB0-09F8-4679-9F5E-9826B408272E}"/>
          </ac:cxnSpMkLst>
        </pc:cxnChg>
      </pc:sldChg>
      <pc:sldChg chg="addSp modSp add mod">
        <pc:chgData name="Gabriel Quintella" userId="0401f16030b3bbcc" providerId="LiveId" clId="{A26320EF-DB6E-45AC-83DD-8890F8D8F90F}" dt="2022-02-16T01:53:31.402" v="1505" actId="208"/>
        <pc:sldMkLst>
          <pc:docMk/>
          <pc:sldMk cId="1639190021" sldId="343"/>
        </pc:sldMkLst>
        <pc:spChg chg="mod">
          <ac:chgData name="Gabriel Quintella" userId="0401f16030b3bbcc" providerId="LiveId" clId="{A26320EF-DB6E-45AC-83DD-8890F8D8F90F}" dt="2022-02-16T01:43:38.443" v="1459" actId="20577"/>
          <ac:spMkLst>
            <pc:docMk/>
            <pc:sldMk cId="1639190021" sldId="343"/>
            <ac:spMk id="3" creationId="{668285B6-8F1D-4CB1-AC48-1D8AA483472D}"/>
          </ac:spMkLst>
        </pc:spChg>
        <pc:spChg chg="add mod">
          <ac:chgData name="Gabriel Quintella" userId="0401f16030b3bbcc" providerId="LiveId" clId="{A26320EF-DB6E-45AC-83DD-8890F8D8F90F}" dt="2022-02-16T01:53:16.763" v="1502" actId="1076"/>
          <ac:spMkLst>
            <pc:docMk/>
            <pc:sldMk cId="1639190021" sldId="343"/>
            <ac:spMk id="10" creationId="{9C2768B7-4C46-4229-BDD1-33804B256B81}"/>
          </ac:spMkLst>
        </pc:spChg>
        <pc:spChg chg="mod">
          <ac:chgData name="Gabriel Quintella" userId="0401f16030b3bbcc" providerId="LiveId" clId="{A26320EF-DB6E-45AC-83DD-8890F8D8F90F}" dt="2022-02-16T01:52:02.408" v="1485" actId="20577"/>
          <ac:spMkLst>
            <pc:docMk/>
            <pc:sldMk cId="1639190021" sldId="343"/>
            <ac:spMk id="11" creationId="{41272548-389E-4471-9B2C-DCEDFFA09DE9}"/>
          </ac:spMkLst>
        </pc:spChg>
        <pc:cxnChg chg="add mod">
          <ac:chgData name="Gabriel Quintella" userId="0401f16030b3bbcc" providerId="LiveId" clId="{A26320EF-DB6E-45AC-83DD-8890F8D8F90F}" dt="2022-02-16T01:53:31.402" v="1505" actId="208"/>
          <ac:cxnSpMkLst>
            <pc:docMk/>
            <pc:sldMk cId="1639190021" sldId="343"/>
            <ac:cxnSpMk id="8" creationId="{A9B6968C-775F-4DD9-AC94-3277BAC12797}"/>
          </ac:cxnSpMkLst>
        </pc:cxnChg>
        <pc:cxnChg chg="mod">
          <ac:chgData name="Gabriel Quintella" userId="0401f16030b3bbcc" providerId="LiveId" clId="{A26320EF-DB6E-45AC-83DD-8890F8D8F90F}" dt="2022-02-16T01:43:38.443" v="1459" actId="20577"/>
          <ac:cxnSpMkLst>
            <pc:docMk/>
            <pc:sldMk cId="1639190021" sldId="343"/>
            <ac:cxnSpMk id="12" creationId="{3DC4EE75-97C3-4D26-B953-24F547EFA234}"/>
          </ac:cxnSpMkLst>
        </pc:cxnChg>
      </pc:sldChg>
    </pc:docChg>
  </pc:docChgLst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4T03:06:39.215" v="3531" actId="20577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17.688" v="3504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del mod">
        <pc:chgData name="Gabriel Quintella" userId="0401f16030b3bbcc" providerId="LiveId" clId="{86B6C13F-8E64-4619-891B-E03FFA006484}" dt="2022-01-14T01:43:54.084" v="3502" actId="2696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23.442" v="3506" actId="1037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4T01:44:23.442" v="3506" actId="1037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4T03:06:39.215" v="3531" actId="20577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4T03:06:39.215" v="3531" actId="20577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19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21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3" creationId="{60B21A5C-062F-46C2-8389-53D40F46AA26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4" creationId="{8A177BCC-4208-4795-8572-4D623BA1E2A0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4T01:41:13.331" v="3474" actId="2696"/>
        <pc:sldMkLst>
          <pc:docMk/>
          <pc:sldMk cId="1513947157" sldId="298"/>
        </pc:sldMkLst>
        <pc:spChg chg="del">
          <ac:chgData name="Gabriel Quintella" userId="0401f16030b3bbcc" providerId="LiveId" clId="{86B6C13F-8E64-4619-891B-E03FFA006484}" dt="2022-01-14T01:37:56.689" v="3455" actId="21"/>
          <ac:spMkLst>
            <pc:docMk/>
            <pc:sldMk cId="1513947157" sldId="298"/>
            <ac:spMk id="3" creationId="{64B2A27D-1B8D-4920-B4AD-1975A8ED6F4C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7" creationId="{22220111-5018-4EB7-A38B-79BD37F7C095}"/>
          </ac:spMkLst>
        </pc:spChg>
        <pc:spChg chg="del">
          <ac:chgData name="Gabriel Quintella" userId="0401f16030b3bbcc" providerId="LiveId" clId="{86B6C13F-8E64-4619-891B-E03FFA006484}" dt="2022-01-14T01:37:46.648" v="3454"/>
          <ac:spMkLst>
            <pc:docMk/>
            <pc:sldMk cId="1513947157" sldId="298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0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2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4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6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13.177" v="3459" actId="26606"/>
          <ac:spMkLst>
            <pc:docMk/>
            <pc:sldMk cId="1513947157" sldId="298"/>
            <ac:spMk id="18" creationId="{42A4FC2C-047E-45A5-965D-8E1E3BF09BC6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19" creationId="{2FAA70C3-2AD5-42D6-AC00-5977FEA4DA14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20" creationId="{5D1D4658-32CD-4903-BDA6-7B54EEA4ED6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3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5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7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9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31" creationId="{22220111-5018-4EB7-A38B-79BD37F7C095}"/>
          </ac:spMkLst>
        </pc:spChg>
        <pc:picChg chg="mod or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5" creationId="{A6ED1187-9C9D-4ECF-857C-D78B93297A26}"/>
          </ac:picMkLst>
        </pc:picChg>
        <pc:picChg chg="del mod">
          <ac:chgData name="Gabriel Quintella" userId="0401f16030b3bbcc" providerId="LiveId" clId="{86B6C13F-8E64-4619-891B-E03FFA006484}" dt="2022-01-14T01:39:03.362" v="3457" actId="478"/>
          <ac:picMkLst>
            <pc:docMk/>
            <pc:sldMk cId="1513947157" sldId="298"/>
            <ac:picMk id="13" creationId="{A517D2CE-BB1F-4D28-BC65-17B86E20B4AD}"/>
          </ac:picMkLst>
        </pc:picChg>
      </pc:sldChg>
      <pc:sldChg chg="addSp delSp modSp add del mod setBg delDesignElem">
        <pc:chgData name="Gabriel Quintella" userId="0401f16030b3bbcc" providerId="LiveId" clId="{86B6C13F-8E64-4619-891B-E03FFA006484}" dt="2022-01-14T01:43:51.091" v="3501" actId="2696"/>
        <pc:sldMkLst>
          <pc:docMk/>
          <pc:sldMk cId="2070504211" sldId="299"/>
        </pc:sldMkLst>
        <pc:spChg chg="add del mod">
          <ac:chgData name="Gabriel Quintella" userId="0401f16030b3bbcc" providerId="LiveId" clId="{86B6C13F-8E64-4619-891B-E03FFA006484}" dt="2022-01-14T01:41:50.651" v="3483" actId="478"/>
          <ac:spMkLst>
            <pc:docMk/>
            <pc:sldMk cId="2070504211" sldId="299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4T01:40:22.674" v="3466"/>
          <ac:spMkLst>
            <pc:docMk/>
            <pc:sldMk cId="2070504211" sldId="299"/>
            <ac:spMk id="8" creationId="{2C6334C2-F73F-4B3B-A626-DD5F69DF6ED0}"/>
          </ac:spMkLst>
        </pc:spChg>
        <pc:spChg chg="add del mod">
          <ac:chgData name="Gabriel Quintella" userId="0401f16030b3bbcc" providerId="LiveId" clId="{86B6C13F-8E64-4619-891B-E03FFA006484}" dt="2022-01-14T01:42:15.006" v="3488" actId="21"/>
          <ac:spMkLst>
            <pc:docMk/>
            <pc:sldMk cId="2070504211" sldId="299"/>
            <ac:spMk id="9" creationId="{9474E189-84B9-4EDA-B12C-91A5740670CD}"/>
          </ac:spMkLst>
        </pc:spChg>
        <pc:picChg chg="add del">
          <ac:chgData name="Gabriel Quintella" userId="0401f16030b3bbcc" providerId="LiveId" clId="{86B6C13F-8E64-4619-891B-E03FFA006484}" dt="2022-01-14T01:40:55.969" v="3471" actId="478"/>
          <ac:picMkLst>
            <pc:docMk/>
            <pc:sldMk cId="2070504211" sldId="299"/>
            <ac:picMk id="5" creationId="{76991963-994A-449F-9498-C9BE2489BA38}"/>
          </ac:picMkLst>
        </pc:picChg>
        <pc:picChg chg="add del mod">
          <ac:chgData name="Gabriel Quintella" userId="0401f16030b3bbcc" providerId="LiveId" clId="{86B6C13F-8E64-4619-891B-E03FFA006484}" dt="2022-01-14T01:41:52.983" v="3484" actId="478"/>
          <ac:picMkLst>
            <pc:docMk/>
            <pc:sldMk cId="2070504211" sldId="299"/>
            <ac:picMk id="13" creationId="{A517D2CE-BB1F-4D28-BC65-17B86E20B4AD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  <pc:sldChg chg="modSp add mod">
        <pc:chgData name="Gabriel Quintella" userId="0401f16030b3bbcc" providerId="LiveId" clId="{86B6C13F-8E64-4619-891B-E03FFA006484}" dt="2022-01-14T01:43:46.893" v="3500" actId="20577"/>
        <pc:sldMkLst>
          <pc:docMk/>
          <pc:sldMk cId="2797249121" sldId="300"/>
        </pc:sldMkLst>
        <pc:spChg chg="mod">
          <ac:chgData name="Gabriel Quintella" userId="0401f16030b3bbcc" providerId="LiveId" clId="{86B6C13F-8E64-4619-891B-E03FFA006484}" dt="2022-01-14T01:43:46.893" v="3500" actId="20577"/>
          <ac:spMkLst>
            <pc:docMk/>
            <pc:sldMk cId="2797249121" sldId="300"/>
            <ac:spMk id="3" creationId="{64B2A27D-1B8D-4920-B4AD-1975A8ED6F4C}"/>
          </ac:spMkLst>
        </pc:spChg>
        <pc:picChg chg="mod">
          <ac:chgData name="Gabriel Quintella" userId="0401f16030b3bbcc" providerId="LiveId" clId="{86B6C13F-8E64-4619-891B-E03FFA006484}" dt="2022-01-14T01:43:16.828" v="3495" actId="1076"/>
          <ac:picMkLst>
            <pc:docMk/>
            <pc:sldMk cId="2797249121" sldId="300"/>
            <ac:picMk id="13" creationId="{A517D2CE-BB1F-4D28-BC65-17B86E20B4AD}"/>
          </ac:picMkLst>
        </pc:picChg>
      </pc:sldChg>
    </pc:docChg>
  </pc:docChgLst>
  <pc:docChgLst>
    <pc:chgData name="Gabriel Quintella" userId="0401f16030b3bbcc" providerId="LiveId" clId="{34403CA3-19C4-4EAD-9379-43EB9C3BF6B2}"/>
    <pc:docChg chg="undo redo custSel addSld delSld modSld sldOrd">
      <pc:chgData name="Gabriel Quintella" userId="0401f16030b3bbcc" providerId="LiveId" clId="{34403CA3-19C4-4EAD-9379-43EB9C3BF6B2}" dt="2022-03-02T00:46:38.087" v="5525" actId="27636"/>
      <pc:docMkLst>
        <pc:docMk/>
      </pc:docMkLst>
      <pc:sldChg chg="modSp mod">
        <pc:chgData name="Gabriel Quintella" userId="0401f16030b3bbcc" providerId="LiveId" clId="{34403CA3-19C4-4EAD-9379-43EB9C3BF6B2}" dt="2022-03-02T00:46:38.087" v="5525" actId="27636"/>
        <pc:sldMkLst>
          <pc:docMk/>
          <pc:sldMk cId="1655760290" sldId="286"/>
        </pc:sldMkLst>
        <pc:spChg chg="mod">
          <ac:chgData name="Gabriel Quintella" userId="0401f16030b3bbcc" providerId="LiveId" clId="{34403CA3-19C4-4EAD-9379-43EB9C3BF6B2}" dt="2022-03-02T00:46:38.087" v="5525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modSp">
        <pc:chgData name="Gabriel Quintella" userId="0401f16030b3bbcc" providerId="LiveId" clId="{34403CA3-19C4-4EAD-9379-43EB9C3BF6B2}" dt="2022-02-16T02:08:40.524" v="46" actId="20577"/>
        <pc:sldMkLst>
          <pc:docMk/>
          <pc:sldMk cId="2687159608" sldId="287"/>
        </pc:sldMkLst>
        <pc:spChg chg="mod">
          <ac:chgData name="Gabriel Quintella" userId="0401f16030b3bbcc" providerId="LiveId" clId="{34403CA3-19C4-4EAD-9379-43EB9C3BF6B2}" dt="2022-02-16T02:08:40.524" v="46" actId="20577"/>
          <ac:spMkLst>
            <pc:docMk/>
            <pc:sldMk cId="2687159608" sldId="287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34403CA3-19C4-4EAD-9379-43EB9C3BF6B2}" dt="2022-02-28T23:22:08.891" v="5522" actId="20577"/>
        <pc:sldMkLst>
          <pc:docMk/>
          <pc:sldMk cId="1521800393" sldId="322"/>
        </pc:sldMkLst>
        <pc:spChg chg="mod">
          <ac:chgData name="Gabriel Quintella" userId="0401f16030b3bbcc" providerId="LiveId" clId="{34403CA3-19C4-4EAD-9379-43EB9C3BF6B2}" dt="2022-02-28T23:22:08.891" v="5522" actId="20577"/>
          <ac:spMkLst>
            <pc:docMk/>
            <pc:sldMk cId="1521800393" sldId="322"/>
            <ac:spMk id="10" creationId="{306A00D9-9BA3-4ED3-A1D8-07189F2AC203}"/>
          </ac:spMkLst>
        </pc:spChg>
      </pc:sldChg>
      <pc:sldChg chg="addSp delSp modSp mod modAnim">
        <pc:chgData name="Gabriel Quintella" userId="0401f16030b3bbcc" providerId="LiveId" clId="{34403CA3-19C4-4EAD-9379-43EB9C3BF6B2}" dt="2022-02-16T02:19:35.275" v="487"/>
        <pc:sldMkLst>
          <pc:docMk/>
          <pc:sldMk cId="1202832272" sldId="337"/>
        </pc:sldMkLst>
        <pc:spChg chg="mod">
          <ac:chgData name="Gabriel Quintella" userId="0401f16030b3bbcc" providerId="LiveId" clId="{34403CA3-19C4-4EAD-9379-43EB9C3BF6B2}" dt="2022-02-16T02:15:51.261" v="473" actId="20577"/>
          <ac:spMkLst>
            <pc:docMk/>
            <pc:sldMk cId="1202832272" sldId="337"/>
            <ac:spMk id="5" creationId="{216C0BA4-DF23-476F-816F-85FE4952F553}"/>
          </ac:spMkLst>
        </pc:spChg>
        <pc:spChg chg="mod">
          <ac:chgData name="Gabriel Quintella" userId="0401f16030b3bbcc" providerId="LiveId" clId="{34403CA3-19C4-4EAD-9379-43EB9C3BF6B2}" dt="2022-02-16T02:11:03.820" v="134" actId="1076"/>
          <ac:spMkLst>
            <pc:docMk/>
            <pc:sldMk cId="1202832272" sldId="337"/>
            <ac:spMk id="6" creationId="{B4392268-98F1-444B-AF0F-A8D0E0A55EBA}"/>
          </ac:spMkLst>
        </pc:spChg>
        <pc:picChg chg="add mod">
          <ac:chgData name="Gabriel Quintella" userId="0401f16030b3bbcc" providerId="LiveId" clId="{34403CA3-19C4-4EAD-9379-43EB9C3BF6B2}" dt="2022-02-16T02:17:33.547" v="478" actId="1076"/>
          <ac:picMkLst>
            <pc:docMk/>
            <pc:sldMk cId="1202832272" sldId="337"/>
            <ac:picMk id="1026" creationId="{B97D74C3-F4F8-4D98-B87D-F39F97A6DE75}"/>
          </ac:picMkLst>
        </pc:picChg>
        <pc:picChg chg="add del">
          <ac:chgData name="Gabriel Quintella" userId="0401f16030b3bbcc" providerId="LiveId" clId="{34403CA3-19C4-4EAD-9379-43EB9C3BF6B2}" dt="2022-02-16T02:19:08.356" v="481"/>
          <ac:picMkLst>
            <pc:docMk/>
            <pc:sldMk cId="1202832272" sldId="337"/>
            <ac:picMk id="1028" creationId="{B8C2CD0B-877C-46BB-824B-435A3732B3B5}"/>
          </ac:picMkLst>
        </pc:picChg>
        <pc:picChg chg="add mod">
          <ac:chgData name="Gabriel Quintella" userId="0401f16030b3bbcc" providerId="LiveId" clId="{34403CA3-19C4-4EAD-9379-43EB9C3BF6B2}" dt="2022-02-16T02:19:30.072" v="486" actId="1076"/>
          <ac:picMkLst>
            <pc:docMk/>
            <pc:sldMk cId="1202832272" sldId="337"/>
            <ac:picMk id="1030" creationId="{54CBE224-84CC-46AB-8A5B-FE8E342CA6D5}"/>
          </ac:picMkLst>
        </pc:picChg>
        <pc:picChg chg="del">
          <ac:chgData name="Gabriel Quintella" userId="0401f16030b3bbcc" providerId="LiveId" clId="{34403CA3-19C4-4EAD-9379-43EB9C3BF6B2}" dt="2022-02-16T02:10:50.634" v="128" actId="478"/>
          <ac:picMkLst>
            <pc:docMk/>
            <pc:sldMk cId="1202832272" sldId="337"/>
            <ac:picMk id="2050" creationId="{7A4C986A-DB8F-4D20-8D80-C1CB54A7917A}"/>
          </ac:picMkLst>
        </pc:picChg>
      </pc:sldChg>
      <pc:sldChg chg="addSp delSp modSp mod modAnim">
        <pc:chgData name="Gabriel Quintella" userId="0401f16030b3bbcc" providerId="LiveId" clId="{34403CA3-19C4-4EAD-9379-43EB9C3BF6B2}" dt="2022-02-20T14:57:03.569" v="3821" actId="1076"/>
        <pc:sldMkLst>
          <pc:docMk/>
          <pc:sldMk cId="2717070704" sldId="338"/>
        </pc:sldMkLst>
        <pc:spChg chg="del">
          <ac:chgData name="Gabriel Quintella" userId="0401f16030b3bbcc" providerId="LiveId" clId="{34403CA3-19C4-4EAD-9379-43EB9C3BF6B2}" dt="2022-02-16T02:45:33.909" v="818" actId="478"/>
          <ac:spMkLst>
            <pc:docMk/>
            <pc:sldMk cId="2717070704" sldId="338"/>
            <ac:spMk id="2" creationId="{30D8C133-125F-4D33-B22D-B37ECD5307A3}"/>
          </ac:spMkLst>
        </pc:spChg>
        <pc:spChg chg="add mod">
          <ac:chgData name="Gabriel Quintella" userId="0401f16030b3bbcc" providerId="LiveId" clId="{34403CA3-19C4-4EAD-9379-43EB9C3BF6B2}" dt="2022-02-17T23:34:14.174" v="1067" actId="1036"/>
          <ac:spMkLst>
            <pc:docMk/>
            <pc:sldMk cId="2717070704" sldId="338"/>
            <ac:spMk id="2" creationId="{628BDD36-CE6E-4B0B-B3DB-29358E0E6636}"/>
          </ac:spMkLst>
        </pc:spChg>
        <pc:spChg chg="del">
          <ac:chgData name="Gabriel Quintella" userId="0401f16030b3bbcc" providerId="LiveId" clId="{34403CA3-19C4-4EAD-9379-43EB9C3BF6B2}" dt="2022-02-16T02:45:25.244" v="814" actId="478"/>
          <ac:spMkLst>
            <pc:docMk/>
            <pc:sldMk cId="2717070704" sldId="338"/>
            <ac:spMk id="3" creationId="{668285B6-8F1D-4CB1-AC48-1D8AA483472D}"/>
          </ac:spMkLst>
        </pc:spChg>
        <pc:spChg chg="add mod">
          <ac:chgData name="Gabriel Quintella" userId="0401f16030b3bbcc" providerId="LiveId" clId="{34403CA3-19C4-4EAD-9379-43EB9C3BF6B2}" dt="2022-02-17T23:32:50.687" v="956" actId="20577"/>
          <ac:spMkLst>
            <pc:docMk/>
            <pc:sldMk cId="2717070704" sldId="338"/>
            <ac:spMk id="3" creationId="{DC556F15-10AA-4BF1-8DF2-FDDA10B54797}"/>
          </ac:spMkLst>
        </pc:spChg>
        <pc:spChg chg="del">
          <ac:chgData name="Gabriel Quintella" userId="0401f16030b3bbcc" providerId="LiveId" clId="{34403CA3-19C4-4EAD-9379-43EB9C3BF6B2}" dt="2022-02-16T02:45:17.722" v="812" actId="478"/>
          <ac:spMkLst>
            <pc:docMk/>
            <pc:sldMk cId="2717070704" sldId="338"/>
            <ac:spMk id="5" creationId="{216C0BA4-DF23-476F-816F-85FE4952F553}"/>
          </ac:spMkLst>
        </pc:spChg>
        <pc:spChg chg="add mod">
          <ac:chgData name="Gabriel Quintella" userId="0401f16030b3bbcc" providerId="LiveId" clId="{34403CA3-19C4-4EAD-9379-43EB9C3BF6B2}" dt="2022-02-17T23:34:14.174" v="1067" actId="1036"/>
          <ac:spMkLst>
            <pc:docMk/>
            <pc:sldMk cId="2717070704" sldId="338"/>
            <ac:spMk id="5" creationId="{B82F0C7B-F17B-460A-ADA7-A42E6C1AEE84}"/>
          </ac:spMkLst>
        </pc:spChg>
        <pc:spChg chg="mod">
          <ac:chgData name="Gabriel Quintella" userId="0401f16030b3bbcc" providerId="LiveId" clId="{34403CA3-19C4-4EAD-9379-43EB9C3BF6B2}" dt="2022-02-20T14:57:03.569" v="3821" actId="1076"/>
          <ac:spMkLst>
            <pc:docMk/>
            <pc:sldMk cId="2717070704" sldId="338"/>
            <ac:spMk id="6" creationId="{B4392268-98F1-444B-AF0F-A8D0E0A55EBA}"/>
          </ac:spMkLst>
        </pc:spChg>
        <pc:spChg chg="del">
          <ac:chgData name="Gabriel Quintella" userId="0401f16030b3bbcc" providerId="LiveId" clId="{34403CA3-19C4-4EAD-9379-43EB9C3BF6B2}" dt="2022-02-16T02:45:30.798" v="817" actId="478"/>
          <ac:spMkLst>
            <pc:docMk/>
            <pc:sldMk cId="2717070704" sldId="338"/>
            <ac:spMk id="7" creationId="{20186672-1884-41C6-84B4-94D5D1D84A66}"/>
          </ac:spMkLst>
        </pc:spChg>
        <pc:spChg chg="add mod">
          <ac:chgData name="Gabriel Quintella" userId="0401f16030b3bbcc" providerId="LiveId" clId="{34403CA3-19C4-4EAD-9379-43EB9C3BF6B2}" dt="2022-02-17T23:37:09.231" v="1078" actId="1038"/>
          <ac:spMkLst>
            <pc:docMk/>
            <pc:sldMk cId="2717070704" sldId="338"/>
            <ac:spMk id="7" creationId="{4CD651C8-9F8A-4E34-A55F-07131663C541}"/>
          </ac:spMkLst>
        </pc:spChg>
        <pc:spChg chg="del">
          <ac:chgData name="Gabriel Quintella" userId="0401f16030b3bbcc" providerId="LiveId" clId="{34403CA3-19C4-4EAD-9379-43EB9C3BF6B2}" dt="2022-02-16T02:45:28.958" v="816" actId="478"/>
          <ac:spMkLst>
            <pc:docMk/>
            <pc:sldMk cId="2717070704" sldId="338"/>
            <ac:spMk id="8" creationId="{086A8527-E064-48AA-9F31-52E5A7CCE5FC}"/>
          </ac:spMkLst>
        </pc:spChg>
        <pc:spChg chg="add mod">
          <ac:chgData name="Gabriel Quintella" userId="0401f16030b3bbcc" providerId="LiveId" clId="{34403CA3-19C4-4EAD-9379-43EB9C3BF6B2}" dt="2022-02-17T23:34:19.397" v="1068" actId="121"/>
          <ac:spMkLst>
            <pc:docMk/>
            <pc:sldMk cId="2717070704" sldId="338"/>
            <ac:spMk id="8" creationId="{7D943B74-FD84-477C-9F4C-BF3F205577A4}"/>
          </ac:spMkLst>
        </pc:spChg>
        <pc:spChg chg="del">
          <ac:chgData name="Gabriel Quintella" userId="0401f16030b3bbcc" providerId="LiveId" clId="{34403CA3-19C4-4EAD-9379-43EB9C3BF6B2}" dt="2022-02-16T02:45:22.610" v="813" actId="478"/>
          <ac:spMkLst>
            <pc:docMk/>
            <pc:sldMk cId="2717070704" sldId="338"/>
            <ac:spMk id="10" creationId="{DF3A8B6B-D376-40DD-AF10-A4DB390E0FCC}"/>
          </ac:spMkLst>
        </pc:spChg>
        <pc:spChg chg="del">
          <ac:chgData name="Gabriel Quintella" userId="0401f16030b3bbcc" providerId="LiveId" clId="{34403CA3-19C4-4EAD-9379-43EB9C3BF6B2}" dt="2022-02-16T02:45:26.762" v="815" actId="478"/>
          <ac:spMkLst>
            <pc:docMk/>
            <pc:sldMk cId="2717070704" sldId="338"/>
            <ac:spMk id="11" creationId="{41272548-389E-4471-9B2C-DCEDFFA09DE9}"/>
          </ac:spMkLst>
        </pc:spChg>
        <pc:picChg chg="mod">
          <ac:chgData name="Gabriel Quintella" userId="0401f16030b3bbcc" providerId="LiveId" clId="{34403CA3-19C4-4EAD-9379-43EB9C3BF6B2}" dt="2022-02-16T02:45:13.691" v="811" actId="1076"/>
          <ac:picMkLst>
            <pc:docMk/>
            <pc:sldMk cId="2717070704" sldId="338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17T23:37:09.231" v="1078" actId="1038"/>
          <ac:cxnSpMkLst>
            <pc:docMk/>
            <pc:sldMk cId="2717070704" sldId="338"/>
            <ac:cxnSpMk id="10" creationId="{77858EF0-55C1-4F22-9EB8-9809D62DC0B1}"/>
          </ac:cxnSpMkLst>
        </pc:cxnChg>
        <pc:cxnChg chg="add mod">
          <ac:chgData name="Gabriel Quintella" userId="0401f16030b3bbcc" providerId="LiveId" clId="{34403CA3-19C4-4EAD-9379-43EB9C3BF6B2}" dt="2022-02-17T23:36:51.110" v="1074" actId="1582"/>
          <ac:cxnSpMkLst>
            <pc:docMk/>
            <pc:sldMk cId="2717070704" sldId="338"/>
            <ac:cxnSpMk id="12" creationId="{199FBD75-E155-4FFF-856C-0B390ED81F26}"/>
          </ac:cxnSpMkLst>
        </pc:cxnChg>
        <pc:cxnChg chg="del mod">
          <ac:chgData name="Gabriel Quintella" userId="0401f16030b3bbcc" providerId="LiveId" clId="{34403CA3-19C4-4EAD-9379-43EB9C3BF6B2}" dt="2022-02-16T02:45:22.610" v="813" actId="478"/>
          <ac:cxnSpMkLst>
            <pc:docMk/>
            <pc:sldMk cId="2717070704" sldId="338"/>
            <ac:cxnSpMk id="12" creationId="{3DC4EE75-97C3-4D26-B953-24F547EFA234}"/>
          </ac:cxnSpMkLst>
        </pc:cxnChg>
        <pc:cxnChg chg="del mod">
          <ac:chgData name="Gabriel Quintella" userId="0401f16030b3bbcc" providerId="LiveId" clId="{34403CA3-19C4-4EAD-9379-43EB9C3BF6B2}" dt="2022-02-16T02:45:22.610" v="813" actId="478"/>
          <ac:cxnSpMkLst>
            <pc:docMk/>
            <pc:sldMk cId="2717070704" sldId="338"/>
            <ac:cxnSpMk id="14" creationId="{5F5F33C8-95AD-45DF-BF8D-2E66A338BB8D}"/>
          </ac:cxnSpMkLst>
        </pc:cxnChg>
        <pc:cxnChg chg="del mod">
          <ac:chgData name="Gabriel Quintella" userId="0401f16030b3bbcc" providerId="LiveId" clId="{34403CA3-19C4-4EAD-9379-43EB9C3BF6B2}" dt="2022-02-16T02:45:22.610" v="813" actId="478"/>
          <ac:cxnSpMkLst>
            <pc:docMk/>
            <pc:sldMk cId="2717070704" sldId="338"/>
            <ac:cxnSpMk id="17" creationId="{F91E2335-E801-42E8-A5FC-C6136802DCCF}"/>
          </ac:cxnSpMkLst>
        </pc:cxnChg>
      </pc:sldChg>
      <pc:sldChg chg="addSp delSp modSp mod">
        <pc:chgData name="Gabriel Quintella" userId="0401f16030b3bbcc" providerId="LiveId" clId="{34403CA3-19C4-4EAD-9379-43EB9C3BF6B2}" dt="2022-02-16T02:41:52.937" v="805" actId="1076"/>
        <pc:sldMkLst>
          <pc:docMk/>
          <pc:sldMk cId="3818018670" sldId="340"/>
        </pc:sldMkLst>
        <pc:spChg chg="mod">
          <ac:chgData name="Gabriel Quintella" userId="0401f16030b3bbcc" providerId="LiveId" clId="{34403CA3-19C4-4EAD-9379-43EB9C3BF6B2}" dt="2022-02-16T02:32:11.288" v="561" actId="1076"/>
          <ac:spMkLst>
            <pc:docMk/>
            <pc:sldMk cId="3818018670" sldId="340"/>
            <ac:spMk id="6" creationId="{B4392268-98F1-444B-AF0F-A8D0E0A55EBA}"/>
          </ac:spMkLst>
        </pc:spChg>
        <pc:spChg chg="add del mod">
          <ac:chgData name="Gabriel Quintella" userId="0401f16030b3bbcc" providerId="LiveId" clId="{34403CA3-19C4-4EAD-9379-43EB9C3BF6B2}" dt="2022-02-16T02:38:58.184" v="780" actId="478"/>
          <ac:spMkLst>
            <pc:docMk/>
            <pc:sldMk cId="3818018670" sldId="340"/>
            <ac:spMk id="30" creationId="{FC2D1047-4D84-409E-82EE-12365D963411}"/>
          </ac:spMkLst>
        </pc:spChg>
        <pc:spChg chg="del">
          <ac:chgData name="Gabriel Quintella" userId="0401f16030b3bbcc" providerId="LiveId" clId="{34403CA3-19C4-4EAD-9379-43EB9C3BF6B2}" dt="2022-02-16T02:22:02.571" v="519" actId="478"/>
          <ac:spMkLst>
            <pc:docMk/>
            <pc:sldMk cId="3818018670" sldId="340"/>
            <ac:spMk id="37" creationId="{5FE57E88-CD14-4E4F-BECB-DBD15A2B7BFF}"/>
          </ac:spMkLst>
        </pc:spChg>
        <pc:spChg chg="del">
          <ac:chgData name="Gabriel Quintella" userId="0401f16030b3bbcc" providerId="LiveId" clId="{34403CA3-19C4-4EAD-9379-43EB9C3BF6B2}" dt="2022-02-16T02:22:00.909" v="518" actId="478"/>
          <ac:spMkLst>
            <pc:docMk/>
            <pc:sldMk cId="3818018670" sldId="340"/>
            <ac:spMk id="38" creationId="{B5D7F996-019E-4555-BDCA-90BFBE362C38}"/>
          </ac:spMkLst>
        </pc:spChg>
        <pc:spChg chg="add del mod">
          <ac:chgData name="Gabriel Quintella" userId="0401f16030b3bbcc" providerId="LiveId" clId="{34403CA3-19C4-4EAD-9379-43EB9C3BF6B2}" dt="2022-02-16T02:38:53.928" v="779" actId="478"/>
          <ac:spMkLst>
            <pc:docMk/>
            <pc:sldMk cId="3818018670" sldId="340"/>
            <ac:spMk id="39" creationId="{B18E6968-35F1-4B4A-9DFD-20915DE4D2CD}"/>
          </ac:spMkLst>
        </pc:spChg>
        <pc:spChg chg="add del mod">
          <ac:chgData name="Gabriel Quintella" userId="0401f16030b3bbcc" providerId="LiveId" clId="{34403CA3-19C4-4EAD-9379-43EB9C3BF6B2}" dt="2022-02-16T02:39:00.633" v="781" actId="478"/>
          <ac:spMkLst>
            <pc:docMk/>
            <pc:sldMk cId="3818018670" sldId="340"/>
            <ac:spMk id="41" creationId="{99226E49-0EDF-40AF-A853-91B24C615EFD}"/>
          </ac:spMkLst>
        </pc:spChg>
        <pc:spChg chg="add del mod">
          <ac:chgData name="Gabriel Quintella" userId="0401f16030b3bbcc" providerId="LiveId" clId="{34403CA3-19C4-4EAD-9379-43EB9C3BF6B2}" dt="2022-02-16T02:39:03.156" v="782" actId="478"/>
          <ac:spMkLst>
            <pc:docMk/>
            <pc:sldMk cId="3818018670" sldId="340"/>
            <ac:spMk id="43" creationId="{98E3C343-728A-401B-B4BD-60DEC391F287}"/>
          </ac:spMkLst>
        </pc:spChg>
        <pc:spChg chg="add del mod">
          <ac:chgData name="Gabriel Quintella" userId="0401f16030b3bbcc" providerId="LiveId" clId="{34403CA3-19C4-4EAD-9379-43EB9C3BF6B2}" dt="2022-02-16T02:39:05.485" v="783" actId="478"/>
          <ac:spMkLst>
            <pc:docMk/>
            <pc:sldMk cId="3818018670" sldId="340"/>
            <ac:spMk id="45" creationId="{C37DB66E-EAC0-47D2-B763-EB7C1B7088D6}"/>
          </ac:spMkLst>
        </pc:spChg>
        <pc:spChg chg="add mod">
          <ac:chgData name="Gabriel Quintella" userId="0401f16030b3bbcc" providerId="LiveId" clId="{34403CA3-19C4-4EAD-9379-43EB9C3BF6B2}" dt="2022-02-16T02:36:51.957" v="602" actId="14100"/>
          <ac:spMkLst>
            <pc:docMk/>
            <pc:sldMk cId="3818018670" sldId="340"/>
            <ac:spMk id="47" creationId="{C2773FD2-9A9A-41D0-9091-0E5A53CBA6BF}"/>
          </ac:spMkLst>
        </pc:spChg>
        <pc:spChg chg="add mod">
          <ac:chgData name="Gabriel Quintella" userId="0401f16030b3bbcc" providerId="LiveId" clId="{34403CA3-19C4-4EAD-9379-43EB9C3BF6B2}" dt="2022-02-16T02:37:15.544" v="609" actId="1037"/>
          <ac:spMkLst>
            <pc:docMk/>
            <pc:sldMk cId="3818018670" sldId="340"/>
            <ac:spMk id="48" creationId="{535D473D-EF53-4130-AF4D-409E363F1126}"/>
          </ac:spMkLst>
        </pc:spChg>
        <pc:spChg chg="add mod">
          <ac:chgData name="Gabriel Quintella" userId="0401f16030b3bbcc" providerId="LiveId" clId="{34403CA3-19C4-4EAD-9379-43EB9C3BF6B2}" dt="2022-02-16T02:37:34.198" v="614" actId="14100"/>
          <ac:spMkLst>
            <pc:docMk/>
            <pc:sldMk cId="3818018670" sldId="340"/>
            <ac:spMk id="49" creationId="{C706B258-BD9B-48B6-8C7A-9C74A5E5BE50}"/>
          </ac:spMkLst>
        </pc:spChg>
        <pc:spChg chg="add mod">
          <ac:chgData name="Gabriel Quintella" userId="0401f16030b3bbcc" providerId="LiveId" clId="{34403CA3-19C4-4EAD-9379-43EB9C3BF6B2}" dt="2022-02-16T02:37:52.649" v="621" actId="14100"/>
          <ac:spMkLst>
            <pc:docMk/>
            <pc:sldMk cId="3818018670" sldId="340"/>
            <ac:spMk id="50" creationId="{BB688982-7250-4ECC-8E79-BD022AD5BA2C}"/>
          </ac:spMkLst>
        </pc:spChg>
        <pc:spChg chg="add mod">
          <ac:chgData name="Gabriel Quintella" userId="0401f16030b3bbcc" providerId="LiveId" clId="{34403CA3-19C4-4EAD-9379-43EB9C3BF6B2}" dt="2022-02-16T02:40:05.603" v="800" actId="14100"/>
          <ac:spMkLst>
            <pc:docMk/>
            <pc:sldMk cId="3818018670" sldId="340"/>
            <ac:spMk id="52" creationId="{8114EC87-A603-4EEE-9586-9892F5800B0C}"/>
          </ac:spMkLst>
        </pc:spChg>
        <pc:spChg chg="add mod">
          <ac:chgData name="Gabriel Quintella" userId="0401f16030b3bbcc" providerId="LiveId" clId="{34403CA3-19C4-4EAD-9379-43EB9C3BF6B2}" dt="2022-02-16T02:39:58.519" v="799" actId="1037"/>
          <ac:spMkLst>
            <pc:docMk/>
            <pc:sldMk cId="3818018670" sldId="340"/>
            <ac:spMk id="53" creationId="{D90506D6-0CE7-4E0D-8E17-7ED60B544CDA}"/>
          </ac:spMkLst>
        </pc:spChg>
        <pc:picChg chg="add mod">
          <ac:chgData name="Gabriel Quintella" userId="0401f16030b3bbcc" providerId="LiveId" clId="{34403CA3-19C4-4EAD-9379-43EB9C3BF6B2}" dt="2022-02-16T02:32:15.225" v="562" actId="1076"/>
          <ac:picMkLst>
            <pc:docMk/>
            <pc:sldMk cId="3818018670" sldId="340"/>
            <ac:picMk id="3" creationId="{84E970A4-8ECA-42EF-9014-681D75E7B1BB}"/>
          </ac:picMkLst>
        </pc:picChg>
        <pc:picChg chg="mod">
          <ac:chgData name="Gabriel Quintella" userId="0401f16030b3bbcc" providerId="LiveId" clId="{34403CA3-19C4-4EAD-9379-43EB9C3BF6B2}" dt="2022-02-16T02:41:39.445" v="803" actId="1076"/>
          <ac:picMkLst>
            <pc:docMk/>
            <pc:sldMk cId="3818018670" sldId="340"/>
            <ac:picMk id="4" creationId="{8FBED80D-7006-4868-BD2E-0119D360BC36}"/>
          </ac:picMkLst>
        </pc:picChg>
        <pc:picChg chg="add mod">
          <ac:chgData name="Gabriel Quintella" userId="0401f16030b3bbcc" providerId="LiveId" clId="{34403CA3-19C4-4EAD-9379-43EB9C3BF6B2}" dt="2022-02-16T02:36:58.197" v="605" actId="1076"/>
          <ac:picMkLst>
            <pc:docMk/>
            <pc:sldMk cId="3818018670" sldId="340"/>
            <ac:picMk id="7" creationId="{9A8F1ABE-8706-4582-8899-F295456878E2}"/>
          </ac:picMkLst>
        </pc:picChg>
        <pc:picChg chg="add del mod">
          <ac:chgData name="Gabriel Quintella" userId="0401f16030b3bbcc" providerId="LiveId" clId="{34403CA3-19C4-4EAD-9379-43EB9C3BF6B2}" dt="2022-02-16T02:37:40.377" v="619" actId="1076"/>
          <ac:picMkLst>
            <pc:docMk/>
            <pc:sldMk cId="3818018670" sldId="340"/>
            <ac:picMk id="9" creationId="{8059010E-4561-44C5-B6FE-DF99D1DDCAD3}"/>
          </ac:picMkLst>
        </pc:picChg>
        <pc:picChg chg="add mod">
          <ac:chgData name="Gabriel Quintella" userId="0401f16030b3bbcc" providerId="LiveId" clId="{34403CA3-19C4-4EAD-9379-43EB9C3BF6B2}" dt="2022-02-16T02:33:03.714" v="572" actId="1076"/>
          <ac:picMkLst>
            <pc:docMk/>
            <pc:sldMk cId="3818018670" sldId="340"/>
            <ac:picMk id="11" creationId="{CFD1A38A-53D7-4C9E-99DC-C0AB42017E9B}"/>
          </ac:picMkLst>
        </pc:picChg>
        <pc:picChg chg="add mod">
          <ac:chgData name="Gabriel Quintella" userId="0401f16030b3bbcc" providerId="LiveId" clId="{34403CA3-19C4-4EAD-9379-43EB9C3BF6B2}" dt="2022-02-16T02:32:42.985" v="567" actId="1076"/>
          <ac:picMkLst>
            <pc:docMk/>
            <pc:sldMk cId="3818018670" sldId="340"/>
            <ac:picMk id="13" creationId="{62BE50BF-6C5D-4443-94D2-E34572694772}"/>
          </ac:picMkLst>
        </pc:picChg>
        <pc:picChg chg="add mod">
          <ac:chgData name="Gabriel Quintella" userId="0401f16030b3bbcc" providerId="LiveId" clId="{34403CA3-19C4-4EAD-9379-43EB9C3BF6B2}" dt="2022-02-16T02:32:58.701" v="571" actId="1076"/>
          <ac:picMkLst>
            <pc:docMk/>
            <pc:sldMk cId="3818018670" sldId="340"/>
            <ac:picMk id="15" creationId="{97A65F23-DD17-4A7C-BCD0-D5BA10BF414A}"/>
          </ac:picMkLst>
        </pc:picChg>
        <pc:picChg chg="add mod">
          <ac:chgData name="Gabriel Quintella" userId="0401f16030b3bbcc" providerId="LiveId" clId="{34403CA3-19C4-4EAD-9379-43EB9C3BF6B2}" dt="2022-02-16T02:32:55.615" v="570" actId="1076"/>
          <ac:picMkLst>
            <pc:docMk/>
            <pc:sldMk cId="3818018670" sldId="340"/>
            <ac:picMk id="17" creationId="{8E5775BC-D65A-4351-8E23-0A6B9879D9E3}"/>
          </ac:picMkLst>
        </pc:picChg>
        <pc:picChg chg="del">
          <ac:chgData name="Gabriel Quintella" userId="0401f16030b3bbcc" providerId="LiveId" clId="{34403CA3-19C4-4EAD-9379-43EB9C3BF6B2}" dt="2022-02-16T02:21:59.211" v="517" actId="478"/>
          <ac:picMkLst>
            <pc:docMk/>
            <pc:sldMk cId="3818018670" sldId="340"/>
            <ac:picMk id="36" creationId="{8220B1BD-418C-49F5-8E47-9555D51CCC95}"/>
          </ac:picMkLst>
        </pc:picChg>
        <pc:picChg chg="del">
          <ac:chgData name="Gabriel Quintella" userId="0401f16030b3bbcc" providerId="LiveId" clId="{34403CA3-19C4-4EAD-9379-43EB9C3BF6B2}" dt="2022-02-16T02:22:09.255" v="523" actId="478"/>
          <ac:picMkLst>
            <pc:docMk/>
            <pc:sldMk cId="3818018670" sldId="340"/>
            <ac:picMk id="40" creationId="{8293F570-04E1-4260-A1CD-C8F60C3D3F9C}"/>
          </ac:picMkLst>
        </pc:picChg>
        <pc:picChg chg="del">
          <ac:chgData name="Gabriel Quintella" userId="0401f16030b3bbcc" providerId="LiveId" clId="{34403CA3-19C4-4EAD-9379-43EB9C3BF6B2}" dt="2022-02-16T02:22:07.757" v="522" actId="478"/>
          <ac:picMkLst>
            <pc:docMk/>
            <pc:sldMk cId="3818018670" sldId="340"/>
            <ac:picMk id="42" creationId="{126216A2-7C32-45A3-9967-7F136E36D5A7}"/>
          </ac:picMkLst>
        </pc:picChg>
        <pc:picChg chg="add del mod">
          <ac:chgData name="Gabriel Quintella" userId="0401f16030b3bbcc" providerId="LiveId" clId="{34403CA3-19C4-4EAD-9379-43EB9C3BF6B2}" dt="2022-02-16T02:37:55.458" v="623"/>
          <ac:picMkLst>
            <pc:docMk/>
            <pc:sldMk cId="3818018670" sldId="340"/>
            <ac:picMk id="51" creationId="{6D81F364-EA34-483D-A031-F287EEC10B60}"/>
          </ac:picMkLst>
        </pc:picChg>
        <pc:picChg chg="add mod">
          <ac:chgData name="Gabriel Quintella" userId="0401f16030b3bbcc" providerId="LiveId" clId="{34403CA3-19C4-4EAD-9379-43EB9C3BF6B2}" dt="2022-02-16T02:41:52.937" v="805" actId="1076"/>
          <ac:picMkLst>
            <pc:docMk/>
            <pc:sldMk cId="3818018670" sldId="340"/>
            <ac:picMk id="2050" creationId="{2F5C0471-F13E-43BB-BF06-398FB6E7D727}"/>
          </ac:picMkLst>
        </pc:picChg>
        <pc:cxnChg chg="add mod">
          <ac:chgData name="Gabriel Quintella" userId="0401f16030b3bbcc" providerId="LiveId" clId="{34403CA3-19C4-4EAD-9379-43EB9C3BF6B2}" dt="2022-02-16T02:36:58.197" v="605" actId="1076"/>
          <ac:cxnSpMkLst>
            <pc:docMk/>
            <pc:sldMk cId="3818018670" sldId="340"/>
            <ac:cxnSpMk id="19" creationId="{DBD0C33D-8775-40AC-9127-A30E62BE52CC}"/>
          </ac:cxnSpMkLst>
        </pc:cxnChg>
        <pc:cxnChg chg="add mod">
          <ac:chgData name="Gabriel Quintella" userId="0401f16030b3bbcc" providerId="LiveId" clId="{34403CA3-19C4-4EAD-9379-43EB9C3BF6B2}" dt="2022-02-16T02:37:40.377" v="619" actId="1076"/>
          <ac:cxnSpMkLst>
            <pc:docMk/>
            <pc:sldMk cId="3818018670" sldId="340"/>
            <ac:cxnSpMk id="21" creationId="{AE578A01-6E7A-4EED-8955-72375D2CEFDB}"/>
          </ac:cxnSpMkLst>
        </pc:cxnChg>
        <pc:cxnChg chg="add mod">
          <ac:chgData name="Gabriel Quintella" userId="0401f16030b3bbcc" providerId="LiveId" clId="{34403CA3-19C4-4EAD-9379-43EB9C3BF6B2}" dt="2022-02-16T02:34:54.314" v="581" actId="1582"/>
          <ac:cxnSpMkLst>
            <pc:docMk/>
            <pc:sldMk cId="3818018670" sldId="340"/>
            <ac:cxnSpMk id="23" creationId="{EA971056-9384-41A1-BB7A-30DF0BE3A99E}"/>
          </ac:cxnSpMkLst>
        </pc:cxnChg>
        <pc:cxnChg chg="add mod">
          <ac:chgData name="Gabriel Quintella" userId="0401f16030b3bbcc" providerId="LiveId" clId="{34403CA3-19C4-4EAD-9379-43EB9C3BF6B2}" dt="2022-02-16T02:35:13.667" v="584" actId="1582"/>
          <ac:cxnSpMkLst>
            <pc:docMk/>
            <pc:sldMk cId="3818018670" sldId="340"/>
            <ac:cxnSpMk id="25" creationId="{4E95FEFC-2F50-4611-A250-6E57E31F92A5}"/>
          </ac:cxnSpMkLst>
        </pc:cxnChg>
        <pc:cxnChg chg="add mod">
          <ac:chgData name="Gabriel Quintella" userId="0401f16030b3bbcc" providerId="LiveId" clId="{34403CA3-19C4-4EAD-9379-43EB9C3BF6B2}" dt="2022-02-16T02:35:33.249" v="587" actId="1582"/>
          <ac:cxnSpMkLst>
            <pc:docMk/>
            <pc:sldMk cId="3818018670" sldId="340"/>
            <ac:cxnSpMk id="27" creationId="{4B5CE041-B1E3-4628-B487-9BDAC535DA83}"/>
          </ac:cxnSpMkLst>
        </pc:cxnChg>
        <pc:cxnChg chg="add mod">
          <ac:chgData name="Gabriel Quintella" userId="0401f16030b3bbcc" providerId="LiveId" clId="{34403CA3-19C4-4EAD-9379-43EB9C3BF6B2}" dt="2022-02-16T02:35:52.886" v="590" actId="1582"/>
          <ac:cxnSpMkLst>
            <pc:docMk/>
            <pc:sldMk cId="3818018670" sldId="340"/>
            <ac:cxnSpMk id="29" creationId="{B194F27B-52C8-4E15-8BA8-F83F3301D944}"/>
          </ac:cxnSpMkLst>
        </pc:cxnChg>
        <pc:cxnChg chg="del mod">
          <ac:chgData name="Gabriel Quintella" userId="0401f16030b3bbcc" providerId="LiveId" clId="{34403CA3-19C4-4EAD-9379-43EB9C3BF6B2}" dt="2022-02-16T02:22:04.550" v="520" actId="478"/>
          <ac:cxnSpMkLst>
            <pc:docMk/>
            <pc:sldMk cId="3818018670" sldId="340"/>
            <ac:cxnSpMk id="44" creationId="{527AED78-52BC-4B52-B343-204303CCBAA6}"/>
          </ac:cxnSpMkLst>
        </pc:cxnChg>
        <pc:cxnChg chg="del mod">
          <ac:chgData name="Gabriel Quintella" userId="0401f16030b3bbcc" providerId="LiveId" clId="{34403CA3-19C4-4EAD-9379-43EB9C3BF6B2}" dt="2022-02-16T02:22:06.416" v="521" actId="478"/>
          <ac:cxnSpMkLst>
            <pc:docMk/>
            <pc:sldMk cId="3818018670" sldId="340"/>
            <ac:cxnSpMk id="46" creationId="{027DCDEB-F7AC-450B-B913-65A66D27BF12}"/>
          </ac:cxnSpMkLst>
        </pc:cxnChg>
      </pc:sldChg>
      <pc:sldChg chg="delSp modSp mod">
        <pc:chgData name="Gabriel Quintella" userId="0401f16030b3bbcc" providerId="LiveId" clId="{34403CA3-19C4-4EAD-9379-43EB9C3BF6B2}" dt="2022-02-16T02:10:21.228" v="117" actId="1076"/>
        <pc:sldMkLst>
          <pc:docMk/>
          <pc:sldMk cId="794305198" sldId="341"/>
        </pc:sldMkLst>
        <pc:spChg chg="mod">
          <ac:chgData name="Gabriel Quintella" userId="0401f16030b3bbcc" providerId="LiveId" clId="{34403CA3-19C4-4EAD-9379-43EB9C3BF6B2}" dt="2022-02-16T02:09:45.176" v="90" actId="20577"/>
          <ac:spMkLst>
            <pc:docMk/>
            <pc:sldMk cId="794305198" sldId="341"/>
            <ac:spMk id="2" creationId="{A22A48B3-5314-4374-A82C-5EA1D94D2747}"/>
          </ac:spMkLst>
        </pc:spChg>
        <pc:spChg chg="mod">
          <ac:chgData name="Gabriel Quintella" userId="0401f16030b3bbcc" providerId="LiveId" clId="{34403CA3-19C4-4EAD-9379-43EB9C3BF6B2}" dt="2022-02-16T02:10:21.228" v="117" actId="1076"/>
          <ac:spMkLst>
            <pc:docMk/>
            <pc:sldMk cId="794305198" sldId="341"/>
            <ac:spMk id="3" creationId="{BD195509-717A-46FB-B99F-6404C6E20256}"/>
          </ac:spMkLst>
        </pc:spChg>
        <pc:spChg chg="del">
          <ac:chgData name="Gabriel Quintella" userId="0401f16030b3bbcc" providerId="LiveId" clId="{34403CA3-19C4-4EAD-9379-43EB9C3BF6B2}" dt="2022-02-16T02:10:00.085" v="107" actId="478"/>
          <ac:spMkLst>
            <pc:docMk/>
            <pc:sldMk cId="794305198" sldId="341"/>
            <ac:spMk id="6" creationId="{BE2AFD88-421C-487F-ACA7-CFC7ED0C8727}"/>
          </ac:spMkLst>
        </pc:spChg>
        <pc:picChg chg="del">
          <ac:chgData name="Gabriel Quintella" userId="0401f16030b3bbcc" providerId="LiveId" clId="{34403CA3-19C4-4EAD-9379-43EB9C3BF6B2}" dt="2022-02-16T02:10:02.178" v="108" actId="478"/>
          <ac:picMkLst>
            <pc:docMk/>
            <pc:sldMk cId="794305198" sldId="341"/>
            <ac:picMk id="7" creationId="{C535BF03-3DF7-4DA9-9EFB-BC6573721423}"/>
          </ac:picMkLst>
        </pc:picChg>
      </pc:sldChg>
      <pc:sldChg chg="del">
        <pc:chgData name="Gabriel Quintella" userId="0401f16030b3bbcc" providerId="LiveId" clId="{34403CA3-19C4-4EAD-9379-43EB9C3BF6B2}" dt="2022-02-16T02:45:38.109" v="819" actId="2696"/>
        <pc:sldMkLst>
          <pc:docMk/>
          <pc:sldMk cId="1412536892" sldId="342"/>
        </pc:sldMkLst>
      </pc:sldChg>
      <pc:sldChg chg="addSp delSp modSp add mod modAnim">
        <pc:chgData name="Gabriel Quintella" userId="0401f16030b3bbcc" providerId="LiveId" clId="{34403CA3-19C4-4EAD-9379-43EB9C3BF6B2}" dt="2022-02-20T14:57:54.717" v="3848" actId="14100"/>
        <pc:sldMkLst>
          <pc:docMk/>
          <pc:sldMk cId="3753731757" sldId="342"/>
        </pc:sldMkLst>
        <pc:spChg chg="add mod">
          <ac:chgData name="Gabriel Quintella" userId="0401f16030b3bbcc" providerId="LiveId" clId="{34403CA3-19C4-4EAD-9379-43EB9C3BF6B2}" dt="2022-02-18T00:52:08.577" v="1523" actId="1035"/>
          <ac:spMkLst>
            <pc:docMk/>
            <pc:sldMk cId="3753731757" sldId="342"/>
            <ac:spMk id="2" creationId="{9B08B86C-754A-4120-B362-FC00F61360B7}"/>
          </ac:spMkLst>
        </pc:spChg>
        <pc:spChg chg="add mod">
          <ac:chgData name="Gabriel Quintella" userId="0401f16030b3bbcc" providerId="LiveId" clId="{34403CA3-19C4-4EAD-9379-43EB9C3BF6B2}" dt="2022-02-18T00:50:31.975" v="1426" actId="1035"/>
          <ac:spMkLst>
            <pc:docMk/>
            <pc:sldMk cId="3753731757" sldId="342"/>
            <ac:spMk id="5" creationId="{0CE728E7-5589-4216-BCF7-DC74F9068726}"/>
          </ac:spMkLst>
        </pc:spChg>
        <pc:spChg chg="del mod">
          <ac:chgData name="Gabriel Quintella" userId="0401f16030b3bbcc" providerId="LiveId" clId="{34403CA3-19C4-4EAD-9379-43EB9C3BF6B2}" dt="2022-02-20T14:57:21.363" v="3822" actId="478"/>
          <ac:spMkLst>
            <pc:docMk/>
            <pc:sldMk cId="3753731757" sldId="342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18T00:52:17.046" v="1528" actId="20577"/>
          <ac:spMkLst>
            <pc:docMk/>
            <pc:sldMk cId="3753731757" sldId="342"/>
            <ac:spMk id="7" creationId="{CCF25EE8-9934-454B-BC70-410E00E3256C}"/>
          </ac:spMkLst>
        </pc:spChg>
        <pc:spChg chg="add mod">
          <ac:chgData name="Gabriel Quintella" userId="0401f16030b3bbcc" providerId="LiveId" clId="{34403CA3-19C4-4EAD-9379-43EB9C3BF6B2}" dt="2022-02-18T00:50:02.753" v="1368" actId="1076"/>
          <ac:spMkLst>
            <pc:docMk/>
            <pc:sldMk cId="3753731757" sldId="342"/>
            <ac:spMk id="8" creationId="{73A21C0D-2DB5-4A4F-ABEA-1158159AC9FD}"/>
          </ac:spMkLst>
        </pc:spChg>
        <pc:spChg chg="add mod">
          <ac:chgData name="Gabriel Quintella" userId="0401f16030b3bbcc" providerId="LiveId" clId="{34403CA3-19C4-4EAD-9379-43EB9C3BF6B2}" dt="2022-02-20T14:57:54.717" v="3848" actId="14100"/>
          <ac:spMkLst>
            <pc:docMk/>
            <pc:sldMk cId="3753731757" sldId="342"/>
            <ac:spMk id="15" creationId="{826F7014-ED22-4394-BB44-1365E63C3047}"/>
          </ac:spMkLst>
        </pc:spChg>
        <pc:spChg chg="add mod">
          <ac:chgData name="Gabriel Quintella" userId="0401f16030b3bbcc" providerId="LiveId" clId="{34403CA3-19C4-4EAD-9379-43EB9C3BF6B2}" dt="2022-02-18T00:55:50.594" v="1635" actId="1037"/>
          <ac:spMkLst>
            <pc:docMk/>
            <pc:sldMk cId="3753731757" sldId="342"/>
            <ac:spMk id="16" creationId="{D9B009FB-8D0F-440B-8B33-4AEEF8B69425}"/>
          </ac:spMkLst>
        </pc:spChg>
        <pc:spChg chg="add mod">
          <ac:chgData name="Gabriel Quintella" userId="0401f16030b3bbcc" providerId="LiveId" clId="{34403CA3-19C4-4EAD-9379-43EB9C3BF6B2}" dt="2022-02-18T00:52:46.454" v="1531" actId="1076"/>
          <ac:spMkLst>
            <pc:docMk/>
            <pc:sldMk cId="3753731757" sldId="342"/>
            <ac:spMk id="17" creationId="{9AA0369F-54F5-489A-B69A-D46CEA19DF35}"/>
          </ac:spMkLst>
        </pc:spChg>
        <pc:spChg chg="add mod">
          <ac:chgData name="Gabriel Quintella" userId="0401f16030b3bbcc" providerId="LiveId" clId="{34403CA3-19C4-4EAD-9379-43EB9C3BF6B2}" dt="2022-02-18T00:56:59.660" v="1653" actId="20577"/>
          <ac:spMkLst>
            <pc:docMk/>
            <pc:sldMk cId="3753731757" sldId="342"/>
            <ac:spMk id="29" creationId="{52964BE9-A69F-4380-999A-18AAB97F11B8}"/>
          </ac:spMkLst>
        </pc:spChg>
        <pc:spChg chg="add mod">
          <ac:chgData name="Gabriel Quintella" userId="0401f16030b3bbcc" providerId="LiveId" clId="{34403CA3-19C4-4EAD-9379-43EB9C3BF6B2}" dt="2022-02-18T00:56:43.376" v="1651" actId="1037"/>
          <ac:spMkLst>
            <pc:docMk/>
            <pc:sldMk cId="3753731757" sldId="342"/>
            <ac:spMk id="30" creationId="{876F50DA-1344-4995-866A-E43ED7A3EA56}"/>
          </ac:spMkLst>
        </pc:spChg>
        <pc:cxnChg chg="add mod">
          <ac:chgData name="Gabriel Quintella" userId="0401f16030b3bbcc" providerId="LiveId" clId="{34403CA3-19C4-4EAD-9379-43EB9C3BF6B2}" dt="2022-02-18T00:52:08.577" v="1523" actId="1035"/>
          <ac:cxnSpMkLst>
            <pc:docMk/>
            <pc:sldMk cId="3753731757" sldId="342"/>
            <ac:cxnSpMk id="9" creationId="{6034BF22-2F5A-4709-AF47-26646C2E3393}"/>
          </ac:cxnSpMkLst>
        </pc:cxnChg>
        <pc:cxnChg chg="add mod">
          <ac:chgData name="Gabriel Quintella" userId="0401f16030b3bbcc" providerId="LiveId" clId="{34403CA3-19C4-4EAD-9379-43EB9C3BF6B2}" dt="2022-02-18T00:50:31.975" v="1426" actId="1035"/>
          <ac:cxnSpMkLst>
            <pc:docMk/>
            <pc:sldMk cId="3753731757" sldId="342"/>
            <ac:cxnSpMk id="11" creationId="{6A78AC5A-2BE7-4A8D-B45E-48E32A5DBED9}"/>
          </ac:cxnSpMkLst>
        </pc:cxnChg>
        <pc:cxnChg chg="add mod">
          <ac:chgData name="Gabriel Quintella" userId="0401f16030b3bbcc" providerId="LiveId" clId="{34403CA3-19C4-4EAD-9379-43EB9C3BF6B2}" dt="2022-02-18T00:55:50.594" v="1635" actId="1037"/>
          <ac:cxnSpMkLst>
            <pc:docMk/>
            <pc:sldMk cId="3753731757" sldId="342"/>
            <ac:cxnSpMk id="19" creationId="{E0973689-1E37-45A6-A342-42E8949F8A39}"/>
          </ac:cxnSpMkLst>
        </pc:cxnChg>
      </pc:sldChg>
      <pc:sldChg chg="addSp delSp modSp add mod modAnim">
        <pc:chgData name="Gabriel Quintella" userId="0401f16030b3bbcc" providerId="LiveId" clId="{34403CA3-19C4-4EAD-9379-43EB9C3BF6B2}" dt="2022-02-20T14:59:08.776" v="3878" actId="1038"/>
        <pc:sldMkLst>
          <pc:docMk/>
          <pc:sldMk cId="1313431929" sldId="343"/>
        </pc:sldMkLst>
        <pc:spChg chg="add mod">
          <ac:chgData name="Gabriel Quintella" userId="0401f16030b3bbcc" providerId="LiveId" clId="{34403CA3-19C4-4EAD-9379-43EB9C3BF6B2}" dt="2022-02-18T00:40:19.835" v="1180" actId="14100"/>
          <ac:spMkLst>
            <pc:docMk/>
            <pc:sldMk cId="1313431929" sldId="343"/>
            <ac:spMk id="2" creationId="{9DD9DEA9-76D9-4503-9F4A-F45BAF967D24}"/>
          </ac:spMkLst>
        </pc:spChg>
        <pc:spChg chg="add mod">
          <ac:chgData name="Gabriel Quintella" userId="0401f16030b3bbcc" providerId="LiveId" clId="{34403CA3-19C4-4EAD-9379-43EB9C3BF6B2}" dt="2022-02-18T00:40:45.744" v="1279" actId="1037"/>
          <ac:spMkLst>
            <pc:docMk/>
            <pc:sldMk cId="1313431929" sldId="343"/>
            <ac:spMk id="3" creationId="{A1D13C0C-0A9D-4BD7-8E65-400D182B45EE}"/>
          </ac:spMkLst>
        </pc:spChg>
        <pc:spChg chg="add mod">
          <ac:chgData name="Gabriel Quintella" userId="0401f16030b3bbcc" providerId="LiveId" clId="{34403CA3-19C4-4EAD-9379-43EB9C3BF6B2}" dt="2022-02-17T23:42:16.838" v="1138" actId="1076"/>
          <ac:spMkLst>
            <pc:docMk/>
            <pc:sldMk cId="1313431929" sldId="343"/>
            <ac:spMk id="5" creationId="{A281F589-9EFC-4A8E-9E07-7AAF45E599D9}"/>
          </ac:spMkLst>
        </pc:spChg>
        <pc:spChg chg="del mod">
          <ac:chgData name="Gabriel Quintella" userId="0401f16030b3bbcc" providerId="LiveId" clId="{34403CA3-19C4-4EAD-9379-43EB9C3BF6B2}" dt="2022-02-20T14:58:34.018" v="3858" actId="478"/>
          <ac:spMkLst>
            <pc:docMk/>
            <pc:sldMk cId="1313431929" sldId="343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18T00:36:57.520" v="1145" actId="1076"/>
          <ac:spMkLst>
            <pc:docMk/>
            <pc:sldMk cId="1313431929" sldId="343"/>
            <ac:spMk id="7" creationId="{D3425289-720E-4E7C-8577-EC9523E913CA}"/>
          </ac:spMkLst>
        </pc:spChg>
        <pc:spChg chg="add mod">
          <ac:chgData name="Gabriel Quintella" userId="0401f16030b3bbcc" providerId="LiveId" clId="{34403CA3-19C4-4EAD-9379-43EB9C3BF6B2}" dt="2022-02-18T00:38:55.186" v="1161" actId="1076"/>
          <ac:spMkLst>
            <pc:docMk/>
            <pc:sldMk cId="1313431929" sldId="343"/>
            <ac:spMk id="8" creationId="{B946D041-4ED2-465C-9126-39C1F2E90C1A}"/>
          </ac:spMkLst>
        </pc:spChg>
        <pc:spChg chg="add mod">
          <ac:chgData name="Gabriel Quintella" userId="0401f16030b3bbcc" providerId="LiveId" clId="{34403CA3-19C4-4EAD-9379-43EB9C3BF6B2}" dt="2022-02-18T00:41:11.038" v="1283" actId="6549"/>
          <ac:spMkLst>
            <pc:docMk/>
            <pc:sldMk cId="1313431929" sldId="343"/>
            <ac:spMk id="15" creationId="{E2007C0E-7C90-44CD-A265-3ED626B9B2B5}"/>
          </ac:spMkLst>
        </pc:spChg>
        <pc:spChg chg="add mod">
          <ac:chgData name="Gabriel Quintella" userId="0401f16030b3bbcc" providerId="LiveId" clId="{34403CA3-19C4-4EAD-9379-43EB9C3BF6B2}" dt="2022-02-20T14:59:08.776" v="3878" actId="1038"/>
          <ac:spMkLst>
            <pc:docMk/>
            <pc:sldMk cId="1313431929" sldId="343"/>
            <ac:spMk id="16" creationId="{62A06C38-B314-48E2-A71E-4424D5923026}"/>
          </ac:spMkLst>
        </pc:spChg>
        <pc:spChg chg="add mod">
          <ac:chgData name="Gabriel Quintella" userId="0401f16030b3bbcc" providerId="LiveId" clId="{34403CA3-19C4-4EAD-9379-43EB9C3BF6B2}" dt="2022-02-18T00:44:29.315" v="1311" actId="404"/>
          <ac:spMkLst>
            <pc:docMk/>
            <pc:sldMk cId="1313431929" sldId="343"/>
            <ac:spMk id="20" creationId="{C1B54D9A-806F-4218-A1F8-B5B1880907E8}"/>
          </ac:spMkLst>
        </pc:spChg>
        <pc:picChg chg="mod">
          <ac:chgData name="Gabriel Quintella" userId="0401f16030b3bbcc" providerId="LiveId" clId="{34403CA3-19C4-4EAD-9379-43EB9C3BF6B2}" dt="2022-02-20T14:58:43.186" v="3861" actId="1076"/>
          <ac:picMkLst>
            <pc:docMk/>
            <pc:sldMk cId="1313431929" sldId="343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18T00:39:23.856" v="1164" actId="208"/>
          <ac:cxnSpMkLst>
            <pc:docMk/>
            <pc:sldMk cId="1313431929" sldId="343"/>
            <ac:cxnSpMk id="10" creationId="{48499254-0A3E-4485-9000-1F35DD6B8D47}"/>
          </ac:cxnSpMkLst>
        </pc:cxnChg>
        <pc:cxnChg chg="add del">
          <ac:chgData name="Gabriel Quintella" userId="0401f16030b3bbcc" providerId="LiveId" clId="{34403CA3-19C4-4EAD-9379-43EB9C3BF6B2}" dt="2022-02-18T00:39:37.348" v="1166" actId="11529"/>
          <ac:cxnSpMkLst>
            <pc:docMk/>
            <pc:sldMk cId="1313431929" sldId="343"/>
            <ac:cxnSpMk id="12" creationId="{7D5B8E4E-D2CA-408B-B532-C272883FF63A}"/>
          </ac:cxnSpMkLst>
        </pc:cxnChg>
        <pc:cxnChg chg="add mod">
          <ac:chgData name="Gabriel Quintella" userId="0401f16030b3bbcc" providerId="LiveId" clId="{34403CA3-19C4-4EAD-9379-43EB9C3BF6B2}" dt="2022-02-18T00:40:45.744" v="1279" actId="1037"/>
          <ac:cxnSpMkLst>
            <pc:docMk/>
            <pc:sldMk cId="1313431929" sldId="343"/>
            <ac:cxnSpMk id="14" creationId="{4ACF119A-2048-4197-B9BA-6B8F04C96CFA}"/>
          </ac:cxnSpMkLst>
        </pc:cxnChg>
        <pc:cxnChg chg="add mod">
          <ac:chgData name="Gabriel Quintella" userId="0401f16030b3bbcc" providerId="LiveId" clId="{34403CA3-19C4-4EAD-9379-43EB9C3BF6B2}" dt="2022-02-18T00:41:29.066" v="1286" actId="1582"/>
          <ac:cxnSpMkLst>
            <pc:docMk/>
            <pc:sldMk cId="1313431929" sldId="343"/>
            <ac:cxnSpMk id="17" creationId="{9DEC69C5-5898-431A-A8B1-F88721EC1571}"/>
          </ac:cxnSpMkLst>
        </pc:cxnChg>
        <pc:cxnChg chg="add mod">
          <ac:chgData name="Gabriel Quintella" userId="0401f16030b3bbcc" providerId="LiveId" clId="{34403CA3-19C4-4EAD-9379-43EB9C3BF6B2}" dt="2022-02-18T00:42:26.810" v="1290" actId="1582"/>
          <ac:cxnSpMkLst>
            <pc:docMk/>
            <pc:sldMk cId="1313431929" sldId="343"/>
            <ac:cxnSpMk id="19" creationId="{96480E71-9E07-4B80-A250-904CE31C0B4E}"/>
          </ac:cxnSpMkLst>
        </pc:cxnChg>
      </pc:sldChg>
      <pc:sldChg chg="del">
        <pc:chgData name="Gabriel Quintella" userId="0401f16030b3bbcc" providerId="LiveId" clId="{34403CA3-19C4-4EAD-9379-43EB9C3BF6B2}" dt="2022-02-16T02:45:38.109" v="819" actId="2696"/>
        <pc:sldMkLst>
          <pc:docMk/>
          <pc:sldMk cId="1639190021" sldId="343"/>
        </pc:sldMkLst>
      </pc:sldChg>
      <pc:sldChg chg="addSp delSp modSp add mod delAnim modAnim">
        <pc:chgData name="Gabriel Quintella" userId="0401f16030b3bbcc" providerId="LiveId" clId="{34403CA3-19C4-4EAD-9379-43EB9C3BF6B2}" dt="2022-02-20T20:55:22.103" v="5465" actId="1035"/>
        <pc:sldMkLst>
          <pc:docMk/>
          <pc:sldMk cId="1321647702" sldId="344"/>
        </pc:sldMkLst>
        <pc:spChg chg="add mod">
          <ac:chgData name="Gabriel Quintella" userId="0401f16030b3bbcc" providerId="LiveId" clId="{34403CA3-19C4-4EAD-9379-43EB9C3BF6B2}" dt="2022-02-19T13:59:54.192" v="1793" actId="1076"/>
          <ac:spMkLst>
            <pc:docMk/>
            <pc:sldMk cId="1321647702" sldId="344"/>
            <ac:spMk id="5" creationId="{B51A5F4F-8134-43FF-B93B-081156090D5E}"/>
          </ac:spMkLst>
        </pc:spChg>
        <pc:spChg chg="del mod">
          <ac:chgData name="Gabriel Quintella" userId="0401f16030b3bbcc" providerId="LiveId" clId="{34403CA3-19C4-4EAD-9379-43EB9C3BF6B2}" dt="2022-02-20T14:59:41.144" v="3891" actId="478"/>
          <ac:spMkLst>
            <pc:docMk/>
            <pc:sldMk cId="1321647702" sldId="344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19T13:59:50.494" v="1792" actId="1076"/>
          <ac:spMkLst>
            <pc:docMk/>
            <pc:sldMk cId="1321647702" sldId="344"/>
            <ac:spMk id="7" creationId="{2F9C50A5-1395-4008-ADF9-30D84AB0BDA3}"/>
          </ac:spMkLst>
        </pc:spChg>
        <pc:spChg chg="add mod">
          <ac:chgData name="Gabriel Quintella" userId="0401f16030b3bbcc" providerId="LiveId" clId="{34403CA3-19C4-4EAD-9379-43EB9C3BF6B2}" dt="2022-02-19T13:58:02.337" v="1723" actId="1076"/>
          <ac:spMkLst>
            <pc:docMk/>
            <pc:sldMk cId="1321647702" sldId="344"/>
            <ac:spMk id="8" creationId="{0513D72D-0A81-40E6-87CA-DFA38BCC221D}"/>
          </ac:spMkLst>
        </pc:spChg>
        <pc:spChg chg="add mod">
          <ac:chgData name="Gabriel Quintella" userId="0401f16030b3bbcc" providerId="LiveId" clId="{34403CA3-19C4-4EAD-9379-43EB9C3BF6B2}" dt="2022-02-19T13:57:34.647" v="1715" actId="688"/>
          <ac:spMkLst>
            <pc:docMk/>
            <pc:sldMk cId="1321647702" sldId="344"/>
            <ac:spMk id="9" creationId="{7C45249C-9C61-4B52-BEFC-550AD91465D1}"/>
          </ac:spMkLst>
        </pc:spChg>
        <pc:spChg chg="add mod">
          <ac:chgData name="Gabriel Quintella" userId="0401f16030b3bbcc" providerId="LiveId" clId="{34403CA3-19C4-4EAD-9379-43EB9C3BF6B2}" dt="2022-02-19T14:22:17.279" v="2235" actId="14100"/>
          <ac:spMkLst>
            <pc:docMk/>
            <pc:sldMk cId="1321647702" sldId="344"/>
            <ac:spMk id="10" creationId="{1F4C8C50-CA1B-4FAE-B6DE-54CA19E400A5}"/>
          </ac:spMkLst>
        </pc:spChg>
        <pc:spChg chg="add mod">
          <ac:chgData name="Gabriel Quintella" userId="0401f16030b3bbcc" providerId="LiveId" clId="{34403CA3-19C4-4EAD-9379-43EB9C3BF6B2}" dt="2022-02-19T14:40:41.088" v="2305" actId="1076"/>
          <ac:spMkLst>
            <pc:docMk/>
            <pc:sldMk cId="1321647702" sldId="344"/>
            <ac:spMk id="11" creationId="{58F1CE1D-D8D8-432E-9795-8A0080C259D6}"/>
          </ac:spMkLst>
        </pc:spChg>
        <pc:spChg chg="add mod">
          <ac:chgData name="Gabriel Quintella" userId="0401f16030b3bbcc" providerId="LiveId" clId="{34403CA3-19C4-4EAD-9379-43EB9C3BF6B2}" dt="2022-02-19T14:08:02.440" v="2047" actId="122"/>
          <ac:spMkLst>
            <pc:docMk/>
            <pc:sldMk cId="1321647702" sldId="344"/>
            <ac:spMk id="16" creationId="{50DD3546-065F-41D2-A1F9-EBC03B149F16}"/>
          </ac:spMkLst>
        </pc:spChg>
        <pc:spChg chg="add mod">
          <ac:chgData name="Gabriel Quintella" userId="0401f16030b3bbcc" providerId="LiveId" clId="{34403CA3-19C4-4EAD-9379-43EB9C3BF6B2}" dt="2022-02-20T20:55:22.103" v="5465" actId="1035"/>
          <ac:spMkLst>
            <pc:docMk/>
            <pc:sldMk cId="1321647702" sldId="344"/>
            <ac:spMk id="17" creationId="{29542463-25CD-46CF-A6DA-32628DF81054}"/>
          </ac:spMkLst>
        </pc:spChg>
        <pc:spChg chg="add del mod">
          <ac:chgData name="Gabriel Quintella" userId="0401f16030b3bbcc" providerId="LiveId" clId="{34403CA3-19C4-4EAD-9379-43EB9C3BF6B2}" dt="2022-02-20T12:15:04.287" v="2731" actId="478"/>
          <ac:spMkLst>
            <pc:docMk/>
            <pc:sldMk cId="1321647702" sldId="344"/>
            <ac:spMk id="20" creationId="{1A50D288-30F2-46F9-8674-87A5AE986A58}"/>
          </ac:spMkLst>
        </pc:spChg>
        <pc:spChg chg="add del mod">
          <ac:chgData name="Gabriel Quintella" userId="0401f16030b3bbcc" providerId="LiveId" clId="{34403CA3-19C4-4EAD-9379-43EB9C3BF6B2}" dt="2022-02-20T12:15:06.491" v="2732" actId="478"/>
          <ac:spMkLst>
            <pc:docMk/>
            <pc:sldMk cId="1321647702" sldId="344"/>
            <ac:spMk id="21" creationId="{94192DA1-0568-4DBA-9B87-F851C272F484}"/>
          </ac:spMkLst>
        </pc:spChg>
        <pc:spChg chg="add del mod">
          <ac:chgData name="Gabriel Quintella" userId="0401f16030b3bbcc" providerId="LiveId" clId="{34403CA3-19C4-4EAD-9379-43EB9C3BF6B2}" dt="2022-02-20T12:14:57.346" v="2728" actId="478"/>
          <ac:spMkLst>
            <pc:docMk/>
            <pc:sldMk cId="1321647702" sldId="344"/>
            <ac:spMk id="22" creationId="{0C26EC0D-D734-4741-A3BB-A8B5CA77D273}"/>
          </ac:spMkLst>
        </pc:spChg>
        <pc:spChg chg="add mod">
          <ac:chgData name="Gabriel Quintella" userId="0401f16030b3bbcc" providerId="LiveId" clId="{34403CA3-19C4-4EAD-9379-43EB9C3BF6B2}" dt="2022-02-19T14:14:02.452" v="2202" actId="571"/>
          <ac:spMkLst>
            <pc:docMk/>
            <pc:sldMk cId="1321647702" sldId="344"/>
            <ac:spMk id="29" creationId="{56442A33-4733-47B2-A49E-E996883BA9DC}"/>
          </ac:spMkLst>
        </pc:spChg>
        <pc:spChg chg="add del mod">
          <ac:chgData name="Gabriel Quintella" userId="0401f16030b3bbcc" providerId="LiveId" clId="{34403CA3-19C4-4EAD-9379-43EB9C3BF6B2}" dt="2022-02-20T12:14:43.125" v="2688" actId="478"/>
          <ac:spMkLst>
            <pc:docMk/>
            <pc:sldMk cId="1321647702" sldId="344"/>
            <ac:spMk id="38" creationId="{AE2DDDFD-EE71-49C4-8344-63766D02E943}"/>
          </ac:spMkLst>
        </pc:spChg>
        <pc:spChg chg="add mod">
          <ac:chgData name="Gabriel Quintella" userId="0401f16030b3bbcc" providerId="LiveId" clId="{34403CA3-19C4-4EAD-9379-43EB9C3BF6B2}" dt="2022-02-20T14:59:45.758" v="3908" actId="1038"/>
          <ac:spMkLst>
            <pc:docMk/>
            <pc:sldMk cId="1321647702" sldId="344"/>
            <ac:spMk id="39" creationId="{36C419F1-5375-43C0-BEF2-4035681BAEA0}"/>
          </ac:spMkLst>
        </pc:spChg>
        <pc:picChg chg="add mod">
          <ac:chgData name="Gabriel Quintella" userId="0401f16030b3bbcc" providerId="LiveId" clId="{34403CA3-19C4-4EAD-9379-43EB9C3BF6B2}" dt="2022-02-19T14:31:12.924" v="2263" actId="1076"/>
          <ac:picMkLst>
            <pc:docMk/>
            <pc:sldMk cId="1321647702" sldId="344"/>
            <ac:picMk id="3" creationId="{0ED23CC7-A8C7-40F3-9F5C-60D9431A61AB}"/>
          </ac:picMkLst>
        </pc:picChg>
        <pc:picChg chg="mod">
          <ac:chgData name="Gabriel Quintella" userId="0401f16030b3bbcc" providerId="LiveId" clId="{34403CA3-19C4-4EAD-9379-43EB9C3BF6B2}" dt="2022-02-19T14:40:21.898" v="2296" actId="1076"/>
          <ac:picMkLst>
            <pc:docMk/>
            <pc:sldMk cId="1321647702" sldId="344"/>
            <ac:picMk id="4" creationId="{8FBED80D-7006-4868-BD2E-0119D360BC36}"/>
          </ac:picMkLst>
        </pc:picChg>
        <pc:picChg chg="add del mod ord">
          <ac:chgData name="Gabriel Quintella" userId="0401f16030b3bbcc" providerId="LiveId" clId="{34403CA3-19C4-4EAD-9379-43EB9C3BF6B2}" dt="2022-02-19T15:02:00.733" v="2374" actId="478"/>
          <ac:picMkLst>
            <pc:docMk/>
            <pc:sldMk cId="1321647702" sldId="344"/>
            <ac:picMk id="19" creationId="{4A53AA73-2D67-4029-B71E-EC0BD99E1A17}"/>
          </ac:picMkLst>
        </pc:picChg>
        <pc:cxnChg chg="add mod">
          <ac:chgData name="Gabriel Quintella" userId="0401f16030b3bbcc" providerId="LiveId" clId="{34403CA3-19C4-4EAD-9379-43EB9C3BF6B2}" dt="2022-02-19T14:40:40.397" v="2303" actId="14100"/>
          <ac:cxnSpMkLst>
            <pc:docMk/>
            <pc:sldMk cId="1321647702" sldId="344"/>
            <ac:cxnSpMk id="13" creationId="{C1A2696C-CB04-47B2-97EB-4B644C29493D}"/>
          </ac:cxnSpMkLst>
        </pc:cxnChg>
        <pc:cxnChg chg="add del mod">
          <ac:chgData name="Gabriel Quintella" userId="0401f16030b3bbcc" providerId="LiveId" clId="{34403CA3-19C4-4EAD-9379-43EB9C3BF6B2}" dt="2022-02-20T12:15:01.769" v="2730" actId="478"/>
          <ac:cxnSpMkLst>
            <pc:docMk/>
            <pc:sldMk cId="1321647702" sldId="344"/>
            <ac:cxnSpMk id="24" creationId="{F58B5986-5BAB-4B69-98F1-297945B865CA}"/>
          </ac:cxnSpMkLst>
        </pc:cxnChg>
        <pc:cxnChg chg="add del mod">
          <ac:chgData name="Gabriel Quintella" userId="0401f16030b3bbcc" providerId="LiveId" clId="{34403CA3-19C4-4EAD-9379-43EB9C3BF6B2}" dt="2022-02-20T12:14:59.927" v="2729" actId="478"/>
          <ac:cxnSpMkLst>
            <pc:docMk/>
            <pc:sldMk cId="1321647702" sldId="344"/>
            <ac:cxnSpMk id="26" creationId="{26196367-C810-4494-ADDB-F814B27E1F11}"/>
          </ac:cxnSpMkLst>
        </pc:cxnChg>
        <pc:cxnChg chg="add mod">
          <ac:chgData name="Gabriel Quintella" userId="0401f16030b3bbcc" providerId="LiveId" clId="{34403CA3-19C4-4EAD-9379-43EB9C3BF6B2}" dt="2022-02-19T14:14:02.452" v="2202" actId="571"/>
          <ac:cxnSpMkLst>
            <pc:docMk/>
            <pc:sldMk cId="1321647702" sldId="344"/>
            <ac:cxnSpMk id="30" creationId="{E4742BBA-EF79-42E6-BABF-9FA3EF43C958}"/>
          </ac:cxnSpMkLst>
        </pc:cxnChg>
      </pc:sldChg>
      <pc:sldChg chg="addSp delSp modSp add mod ord">
        <pc:chgData name="Gabriel Quintella" userId="0401f16030b3bbcc" providerId="LiveId" clId="{34403CA3-19C4-4EAD-9379-43EB9C3BF6B2}" dt="2022-02-20T20:52:27.053" v="5434" actId="14100"/>
        <pc:sldMkLst>
          <pc:docMk/>
          <pc:sldMk cId="3066803853" sldId="345"/>
        </pc:sldMkLst>
        <pc:spChg chg="add mod">
          <ac:chgData name="Gabriel Quintella" userId="0401f16030b3bbcc" providerId="LiveId" clId="{34403CA3-19C4-4EAD-9379-43EB9C3BF6B2}" dt="2022-02-20T20:43:06.082" v="5313" actId="1076"/>
          <ac:spMkLst>
            <pc:docMk/>
            <pc:sldMk cId="3066803853" sldId="345"/>
            <ac:spMk id="5" creationId="{98C6A6BE-313B-4049-8948-6D9CDAE074D3}"/>
          </ac:spMkLst>
        </pc:spChg>
        <pc:spChg chg="del mod">
          <ac:chgData name="Gabriel Quintella" userId="0401f16030b3bbcc" providerId="LiveId" clId="{34403CA3-19C4-4EAD-9379-43EB9C3BF6B2}" dt="2022-02-20T20:43:09.276" v="5314" actId="478"/>
          <ac:spMkLst>
            <pc:docMk/>
            <pc:sldMk cId="3066803853" sldId="345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20T20:51:39.518" v="5416" actId="20577"/>
          <ac:spMkLst>
            <pc:docMk/>
            <pc:sldMk cId="3066803853" sldId="345"/>
            <ac:spMk id="7" creationId="{F013595F-477A-46AD-B131-E59BC758D0B0}"/>
          </ac:spMkLst>
        </pc:spChg>
        <pc:spChg chg="add mod">
          <ac:chgData name="Gabriel Quintella" userId="0401f16030b3bbcc" providerId="LiveId" clId="{34403CA3-19C4-4EAD-9379-43EB9C3BF6B2}" dt="2022-02-20T20:47:28.483" v="5342" actId="1035"/>
          <ac:spMkLst>
            <pc:docMk/>
            <pc:sldMk cId="3066803853" sldId="345"/>
            <ac:spMk id="8" creationId="{3226D97E-40AF-423D-81BE-00D4E4518FFB}"/>
          </ac:spMkLst>
        </pc:spChg>
        <pc:spChg chg="add mod">
          <ac:chgData name="Gabriel Quintella" userId="0401f16030b3bbcc" providerId="LiveId" clId="{34403CA3-19C4-4EAD-9379-43EB9C3BF6B2}" dt="2022-02-20T20:48:55.274" v="5364" actId="14100"/>
          <ac:spMkLst>
            <pc:docMk/>
            <pc:sldMk cId="3066803853" sldId="345"/>
            <ac:spMk id="9" creationId="{F0F238AB-53F4-485F-86F4-2D8B2DCFB890}"/>
          </ac:spMkLst>
        </pc:spChg>
        <pc:spChg chg="add mod">
          <ac:chgData name="Gabriel Quintella" userId="0401f16030b3bbcc" providerId="LiveId" clId="{34403CA3-19C4-4EAD-9379-43EB9C3BF6B2}" dt="2022-02-20T20:49:14.503" v="5369" actId="1076"/>
          <ac:spMkLst>
            <pc:docMk/>
            <pc:sldMk cId="3066803853" sldId="345"/>
            <ac:spMk id="17" creationId="{087F2E94-0730-42CD-B7D5-4E4C314C4287}"/>
          </ac:spMkLst>
        </pc:spChg>
        <pc:spChg chg="add mod">
          <ac:chgData name="Gabriel Quintella" userId="0401f16030b3bbcc" providerId="LiveId" clId="{34403CA3-19C4-4EAD-9379-43EB9C3BF6B2}" dt="2022-02-20T20:49:58.895" v="5386" actId="1582"/>
          <ac:spMkLst>
            <pc:docMk/>
            <pc:sldMk cId="3066803853" sldId="345"/>
            <ac:spMk id="19" creationId="{8B5DD1AC-D401-4E53-AE2D-0DFF714BDBA9}"/>
          </ac:spMkLst>
        </pc:spChg>
        <pc:spChg chg="add mod">
          <ac:chgData name="Gabriel Quintella" userId="0401f16030b3bbcc" providerId="LiveId" clId="{34403CA3-19C4-4EAD-9379-43EB9C3BF6B2}" dt="2022-02-20T20:52:27.053" v="5434" actId="14100"/>
          <ac:spMkLst>
            <pc:docMk/>
            <pc:sldMk cId="3066803853" sldId="345"/>
            <ac:spMk id="20" creationId="{06677A4D-28A6-4B05-B42D-5B0E128669F2}"/>
          </ac:spMkLst>
        </pc:spChg>
        <pc:picChg chg="add mod">
          <ac:chgData name="Gabriel Quintella" userId="0401f16030b3bbcc" providerId="LiveId" clId="{34403CA3-19C4-4EAD-9379-43EB9C3BF6B2}" dt="2022-02-20T20:49:27.859" v="5371" actId="1076"/>
          <ac:picMkLst>
            <pc:docMk/>
            <pc:sldMk cId="3066803853" sldId="345"/>
            <ac:picMk id="3" creationId="{667C4AF4-62BB-4869-8134-B2439824068C}"/>
          </ac:picMkLst>
        </pc:picChg>
        <pc:cxnChg chg="add mod">
          <ac:chgData name="Gabriel Quintella" userId="0401f16030b3bbcc" providerId="LiveId" clId="{34403CA3-19C4-4EAD-9379-43EB9C3BF6B2}" dt="2022-02-20T20:49:01.513" v="5365" actId="14100"/>
          <ac:cxnSpMkLst>
            <pc:docMk/>
            <pc:sldMk cId="3066803853" sldId="345"/>
            <ac:cxnSpMk id="11" creationId="{D13EADD1-0AB2-4D76-A229-490B4710BB71}"/>
          </ac:cxnSpMkLst>
        </pc:cxnChg>
        <pc:cxnChg chg="add mod">
          <ac:chgData name="Gabriel Quintella" userId="0401f16030b3bbcc" providerId="LiveId" clId="{34403CA3-19C4-4EAD-9379-43EB9C3BF6B2}" dt="2022-02-20T20:52:27.053" v="5434" actId="14100"/>
          <ac:cxnSpMkLst>
            <pc:docMk/>
            <pc:sldMk cId="3066803853" sldId="345"/>
            <ac:cxnSpMk id="22" creationId="{4C02E93F-E71F-4CFC-94FA-5369D44CEC36}"/>
          </ac:cxnSpMkLst>
        </pc:cxnChg>
      </pc:sldChg>
      <pc:sldChg chg="addSp delSp modSp add mod addAnim delAnim modAnim">
        <pc:chgData name="Gabriel Quintella" userId="0401f16030b3bbcc" providerId="LiveId" clId="{34403CA3-19C4-4EAD-9379-43EB9C3BF6B2}" dt="2022-02-20T15:00:43.822" v="3960" actId="478"/>
        <pc:sldMkLst>
          <pc:docMk/>
          <pc:sldMk cId="953357849" sldId="346"/>
        </pc:sldMkLst>
        <pc:spChg chg="del">
          <ac:chgData name="Gabriel Quintella" userId="0401f16030b3bbcc" providerId="LiveId" clId="{34403CA3-19C4-4EAD-9379-43EB9C3BF6B2}" dt="2022-02-19T15:02:35.992" v="2378" actId="478"/>
          <ac:spMkLst>
            <pc:docMk/>
            <pc:sldMk cId="953357849" sldId="346"/>
            <ac:spMk id="5" creationId="{B51A5F4F-8134-43FF-B93B-081156090D5E}"/>
          </ac:spMkLst>
        </pc:spChg>
        <pc:spChg chg="del mod">
          <ac:chgData name="Gabriel Quintella" userId="0401f16030b3bbcc" providerId="LiveId" clId="{34403CA3-19C4-4EAD-9379-43EB9C3BF6B2}" dt="2022-02-20T15:00:43.822" v="3960" actId="478"/>
          <ac:spMkLst>
            <pc:docMk/>
            <pc:sldMk cId="953357849" sldId="346"/>
            <ac:spMk id="6" creationId="{B4392268-98F1-444B-AF0F-A8D0E0A55EBA}"/>
          </ac:spMkLst>
        </pc:spChg>
        <pc:spChg chg="del">
          <ac:chgData name="Gabriel Quintella" userId="0401f16030b3bbcc" providerId="LiveId" clId="{34403CA3-19C4-4EAD-9379-43EB9C3BF6B2}" dt="2022-02-19T15:02:42.147" v="2379" actId="478"/>
          <ac:spMkLst>
            <pc:docMk/>
            <pc:sldMk cId="953357849" sldId="346"/>
            <ac:spMk id="7" creationId="{2F9C50A5-1395-4008-ADF9-30D84AB0BDA3}"/>
          </ac:spMkLst>
        </pc:spChg>
        <pc:spChg chg="del">
          <ac:chgData name="Gabriel Quintella" userId="0401f16030b3bbcc" providerId="LiveId" clId="{34403CA3-19C4-4EAD-9379-43EB9C3BF6B2}" dt="2022-02-19T15:02:44.571" v="2380" actId="478"/>
          <ac:spMkLst>
            <pc:docMk/>
            <pc:sldMk cId="953357849" sldId="346"/>
            <ac:spMk id="8" creationId="{0513D72D-0A81-40E6-87CA-DFA38BCC221D}"/>
          </ac:spMkLst>
        </pc:spChg>
        <pc:spChg chg="del">
          <ac:chgData name="Gabriel Quintella" userId="0401f16030b3bbcc" providerId="LiveId" clId="{34403CA3-19C4-4EAD-9379-43EB9C3BF6B2}" dt="2022-02-19T15:02:51.659" v="2382" actId="478"/>
          <ac:spMkLst>
            <pc:docMk/>
            <pc:sldMk cId="953357849" sldId="346"/>
            <ac:spMk id="9" creationId="{7C45249C-9C61-4B52-BEFC-550AD91465D1}"/>
          </ac:spMkLst>
        </pc:spChg>
        <pc:spChg chg="del mod">
          <ac:chgData name="Gabriel Quintella" userId="0401f16030b3bbcc" providerId="LiveId" clId="{34403CA3-19C4-4EAD-9379-43EB9C3BF6B2}" dt="2022-02-19T14:48:53.863" v="2351" actId="478"/>
          <ac:spMkLst>
            <pc:docMk/>
            <pc:sldMk cId="953357849" sldId="346"/>
            <ac:spMk id="10" creationId="{1F4C8C50-CA1B-4FAE-B6DE-54CA19E400A5}"/>
          </ac:spMkLst>
        </pc:spChg>
        <pc:spChg chg="del mod">
          <ac:chgData name="Gabriel Quintella" userId="0401f16030b3bbcc" providerId="LiveId" clId="{34403CA3-19C4-4EAD-9379-43EB9C3BF6B2}" dt="2022-02-19T15:04:15.045" v="2397" actId="21"/>
          <ac:spMkLst>
            <pc:docMk/>
            <pc:sldMk cId="953357849" sldId="346"/>
            <ac:spMk id="11" creationId="{58F1CE1D-D8D8-432E-9795-8A0080C259D6}"/>
          </ac:spMkLst>
        </pc:spChg>
        <pc:spChg chg="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16" creationId="{50DD3546-065F-41D2-A1F9-EBC03B149F16}"/>
          </ac:spMkLst>
        </pc:spChg>
        <pc:spChg chg="del mod">
          <ac:chgData name="Gabriel Quintella" userId="0401f16030b3bbcc" providerId="LiveId" clId="{34403CA3-19C4-4EAD-9379-43EB9C3BF6B2}" dt="2022-02-20T12:21:33.637" v="2854" actId="478"/>
          <ac:spMkLst>
            <pc:docMk/>
            <pc:sldMk cId="953357849" sldId="346"/>
            <ac:spMk id="17" creationId="{29542463-25CD-46CF-A6DA-32628DF81054}"/>
          </ac:spMkLst>
        </pc:spChg>
        <pc:spChg chg="del">
          <ac:chgData name="Gabriel Quintella" userId="0401f16030b3bbcc" providerId="LiveId" clId="{34403CA3-19C4-4EAD-9379-43EB9C3BF6B2}" dt="2022-02-19T14:48:29.533" v="2343" actId="478"/>
          <ac:spMkLst>
            <pc:docMk/>
            <pc:sldMk cId="953357849" sldId="346"/>
            <ac:spMk id="20" creationId="{1A50D288-30F2-46F9-8674-87A5AE986A58}"/>
          </ac:spMkLst>
        </pc:spChg>
        <pc:spChg chg="del">
          <ac:chgData name="Gabriel Quintella" userId="0401f16030b3bbcc" providerId="LiveId" clId="{34403CA3-19C4-4EAD-9379-43EB9C3BF6B2}" dt="2022-02-19T14:48:39.466" v="2348" actId="478"/>
          <ac:spMkLst>
            <pc:docMk/>
            <pc:sldMk cId="953357849" sldId="346"/>
            <ac:spMk id="21" creationId="{94192DA1-0568-4DBA-9B87-F851C272F484}"/>
          </ac:spMkLst>
        </pc:spChg>
        <pc:spChg chg="del mod">
          <ac:chgData name="Gabriel Quintella" userId="0401f16030b3bbcc" providerId="LiveId" clId="{34403CA3-19C4-4EAD-9379-43EB9C3BF6B2}" dt="2022-02-20T12:21:50.541" v="2855" actId="478"/>
          <ac:spMkLst>
            <pc:docMk/>
            <pc:sldMk cId="953357849" sldId="346"/>
            <ac:spMk id="22" creationId="{0C26EC0D-D734-4741-A3BB-A8B5CA77D273}"/>
          </ac:spMkLst>
        </pc:spChg>
        <pc:spChg chg="add mod or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30" creationId="{39326CF0-2A16-49AD-846C-AC08ACEE2799}"/>
          </ac:spMkLst>
        </pc:spChg>
        <pc:spChg chg="add 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31" creationId="{DF1BDC6B-2929-479B-944A-F2A3086B6440}"/>
          </ac:spMkLst>
        </pc:spChg>
        <pc:spChg chg="del mod">
          <ac:chgData name="Gabriel Quintella" userId="0401f16030b3bbcc" providerId="LiveId" clId="{34403CA3-19C4-4EAD-9379-43EB9C3BF6B2}" dt="2022-02-19T15:06:15.622" v="2482" actId="21"/>
          <ac:spMkLst>
            <pc:docMk/>
            <pc:sldMk cId="953357849" sldId="346"/>
            <ac:spMk id="38" creationId="{AE2DDDFD-EE71-49C4-8344-63766D02E943}"/>
          </ac:spMkLst>
        </pc:spChg>
        <pc:spChg chg="add del mod">
          <ac:chgData name="Gabriel Quintella" userId="0401f16030b3bbcc" providerId="LiveId" clId="{34403CA3-19C4-4EAD-9379-43EB9C3BF6B2}" dt="2022-02-20T14:27:29.989" v="3305" actId="478"/>
          <ac:spMkLst>
            <pc:docMk/>
            <pc:sldMk cId="953357849" sldId="346"/>
            <ac:spMk id="62" creationId="{CA85697A-33E0-432F-BDAF-9BF0F18FE9E0}"/>
          </ac:spMkLst>
        </pc:spChg>
        <pc:spChg chg="add 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76" creationId="{C3D3FE0A-0F5C-459F-AF2F-5B4CEB94BF09}"/>
          </ac:spMkLst>
        </pc:spChg>
        <pc:spChg chg="add 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77" creationId="{9F0FA6EA-1430-4737-BD9E-09EF1E8F0EE6}"/>
          </ac:spMkLst>
        </pc:spChg>
        <pc:spChg chg="add 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78" creationId="{3366D833-4742-4174-85E8-F39CE6AB58B1}"/>
          </ac:spMkLst>
        </pc:spChg>
        <pc:spChg chg="add mod">
          <ac:chgData name="Gabriel Quintella" userId="0401f16030b3bbcc" providerId="LiveId" clId="{34403CA3-19C4-4EAD-9379-43EB9C3BF6B2}" dt="2022-02-20T15:00:25.253" v="3941" actId="1036"/>
          <ac:spMkLst>
            <pc:docMk/>
            <pc:sldMk cId="953357849" sldId="346"/>
            <ac:spMk id="79" creationId="{63486891-3F35-48D7-8494-449EB118FF09}"/>
          </ac:spMkLst>
        </pc:spChg>
        <pc:spChg chg="add mod">
          <ac:chgData name="Gabriel Quintella" userId="0401f16030b3bbcc" providerId="LiveId" clId="{34403CA3-19C4-4EAD-9379-43EB9C3BF6B2}" dt="2022-02-20T15:00:40.931" v="3959" actId="20577"/>
          <ac:spMkLst>
            <pc:docMk/>
            <pc:sldMk cId="953357849" sldId="346"/>
            <ac:spMk id="81" creationId="{F9A8BFE6-9EE8-4A68-A8DA-CE8AF668F057}"/>
          </ac:spMkLst>
        </pc:spChg>
        <pc:picChg chg="add del">
          <ac:chgData name="Gabriel Quintella" userId="0401f16030b3bbcc" providerId="LiveId" clId="{34403CA3-19C4-4EAD-9379-43EB9C3BF6B2}" dt="2022-02-19T15:02:34.455" v="2377" actId="478"/>
          <ac:picMkLst>
            <pc:docMk/>
            <pc:sldMk cId="953357849" sldId="346"/>
            <ac:picMk id="3" creationId="{0ED23CC7-A8C7-40F3-9F5C-60D9431A61AB}"/>
          </ac:picMkLst>
        </pc:picChg>
        <pc:picChg chg="mod">
          <ac:chgData name="Gabriel Quintella" userId="0401f16030b3bbcc" providerId="LiveId" clId="{34403CA3-19C4-4EAD-9379-43EB9C3BF6B2}" dt="2022-02-20T13:58:22.237" v="2926" actId="1076"/>
          <ac:picMkLst>
            <pc:docMk/>
            <pc:sldMk cId="953357849" sldId="346"/>
            <ac:picMk id="4" creationId="{8FBED80D-7006-4868-BD2E-0119D360BC36}"/>
          </ac:picMkLst>
        </pc:picChg>
        <pc:picChg chg="del">
          <ac:chgData name="Gabriel Quintella" userId="0401f16030b3bbcc" providerId="LiveId" clId="{34403CA3-19C4-4EAD-9379-43EB9C3BF6B2}" dt="2022-02-19T14:47:53.572" v="2340" actId="478"/>
          <ac:picMkLst>
            <pc:docMk/>
            <pc:sldMk cId="953357849" sldId="346"/>
            <ac:picMk id="19" creationId="{4A53AA73-2D67-4029-B71E-EC0BD99E1A17}"/>
          </ac:picMkLst>
        </pc:picChg>
        <pc:picChg chg="add del mod">
          <ac:chgData name="Gabriel Quintella" userId="0401f16030b3bbcc" providerId="LiveId" clId="{34403CA3-19C4-4EAD-9379-43EB9C3BF6B2}" dt="2022-02-20T13:57:00.426" v="2922" actId="478"/>
          <ac:picMkLst>
            <pc:docMk/>
            <pc:sldMk cId="953357849" sldId="346"/>
            <ac:picMk id="23" creationId="{2DBE18BE-386B-4B78-ACC8-8D2A11B8045F}"/>
          </ac:picMkLst>
        </pc:picChg>
        <pc:picChg chg="add mod">
          <ac:chgData name="Gabriel Quintella" userId="0401f16030b3bbcc" providerId="LiveId" clId="{34403CA3-19C4-4EAD-9379-43EB9C3BF6B2}" dt="2022-02-20T15:00:25.253" v="3941" actId="1036"/>
          <ac:picMkLst>
            <pc:docMk/>
            <pc:sldMk cId="953357849" sldId="346"/>
            <ac:picMk id="42" creationId="{FF384668-FF96-44AD-B596-39D37D928421}"/>
          </ac:picMkLst>
        </pc:picChg>
        <pc:picChg chg="add del mod">
          <ac:chgData name="Gabriel Quintella" userId="0401f16030b3bbcc" providerId="LiveId" clId="{34403CA3-19C4-4EAD-9379-43EB9C3BF6B2}" dt="2022-02-20T14:28:25.687" v="3308" actId="478"/>
          <ac:picMkLst>
            <pc:docMk/>
            <pc:sldMk cId="953357849" sldId="346"/>
            <ac:picMk id="47" creationId="{1FBBC047-1318-4B76-8367-E73167D6BBB2}"/>
          </ac:picMkLst>
        </pc:picChg>
        <pc:picChg chg="add mod">
          <ac:chgData name="Gabriel Quintella" userId="0401f16030b3bbcc" providerId="LiveId" clId="{34403CA3-19C4-4EAD-9379-43EB9C3BF6B2}" dt="2022-02-20T15:00:25.253" v="3941" actId="1036"/>
          <ac:picMkLst>
            <pc:docMk/>
            <pc:sldMk cId="953357849" sldId="346"/>
            <ac:picMk id="49" creationId="{9CCBAD76-3D3A-462D-9505-4F6A21D1F4CA}"/>
          </ac:picMkLst>
        </pc:picChg>
        <pc:picChg chg="add mod">
          <ac:chgData name="Gabriel Quintella" userId="0401f16030b3bbcc" providerId="LiveId" clId="{34403CA3-19C4-4EAD-9379-43EB9C3BF6B2}" dt="2022-02-20T15:00:25.253" v="3941" actId="1036"/>
          <ac:picMkLst>
            <pc:docMk/>
            <pc:sldMk cId="953357849" sldId="346"/>
            <ac:picMk id="70" creationId="{7085EAF5-D50C-41EC-A21C-3CB37AEAC67C}"/>
          </ac:picMkLst>
        </pc:picChg>
        <pc:picChg chg="add del mod">
          <ac:chgData name="Gabriel Quintella" userId="0401f16030b3bbcc" providerId="LiveId" clId="{34403CA3-19C4-4EAD-9379-43EB9C3BF6B2}" dt="2022-02-20T15:00:25.253" v="3941" actId="1036"/>
          <ac:picMkLst>
            <pc:docMk/>
            <pc:sldMk cId="953357849" sldId="346"/>
            <ac:picMk id="72" creationId="{E43607D9-922D-402A-81FC-9A9DA40BADAC}"/>
          </ac:picMkLst>
        </pc:picChg>
        <pc:cxnChg chg="add del mod">
          <ac:chgData name="Gabriel Quintella" userId="0401f16030b3bbcc" providerId="LiveId" clId="{34403CA3-19C4-4EAD-9379-43EB9C3BF6B2}" dt="2022-02-19T15:04:17.450" v="2398" actId="478"/>
          <ac:cxnSpMkLst>
            <pc:docMk/>
            <pc:sldMk cId="953357849" sldId="346"/>
            <ac:cxnSpMk id="12" creationId="{5B78A78A-0DB1-436A-90EA-7FCEC7573F35}"/>
          </ac:cxnSpMkLst>
        </pc:cxnChg>
        <pc:cxnChg chg="del mod">
          <ac:chgData name="Gabriel Quintella" userId="0401f16030b3bbcc" providerId="LiveId" clId="{34403CA3-19C4-4EAD-9379-43EB9C3BF6B2}" dt="2022-02-19T14:48:26.734" v="2342" actId="478"/>
          <ac:cxnSpMkLst>
            <pc:docMk/>
            <pc:sldMk cId="953357849" sldId="346"/>
            <ac:cxnSpMk id="13" creationId="{C1A2696C-CB04-47B2-97EB-4B644C29493D}"/>
          </ac:cxnSpMkLst>
        </pc:cxnChg>
        <pc:cxnChg chg="add del mod">
          <ac:chgData name="Gabriel Quintella" userId="0401f16030b3bbcc" providerId="LiveId" clId="{34403CA3-19C4-4EAD-9379-43EB9C3BF6B2}" dt="2022-02-20T12:21:53.278" v="2856" actId="478"/>
          <ac:cxnSpMkLst>
            <pc:docMk/>
            <pc:sldMk cId="953357849" sldId="346"/>
            <ac:cxnSpMk id="15" creationId="{03BC66F5-CB3F-491C-88C1-43568999E613}"/>
          </ac:cxnSpMkLst>
        </pc:cxnChg>
        <pc:cxnChg chg="del mod">
          <ac:chgData name="Gabriel Quintella" userId="0401f16030b3bbcc" providerId="LiveId" clId="{34403CA3-19C4-4EAD-9379-43EB9C3BF6B2}" dt="2022-02-19T14:48:31.583" v="2344" actId="478"/>
          <ac:cxnSpMkLst>
            <pc:docMk/>
            <pc:sldMk cId="953357849" sldId="346"/>
            <ac:cxnSpMk id="24" creationId="{F58B5986-5BAB-4B69-98F1-297945B865CA}"/>
          </ac:cxnSpMkLst>
        </pc:cxnChg>
        <pc:cxnChg chg="del mod">
          <ac:chgData name="Gabriel Quintella" userId="0401f16030b3bbcc" providerId="LiveId" clId="{34403CA3-19C4-4EAD-9379-43EB9C3BF6B2}" dt="2022-02-19T14:48:33.944" v="2345" actId="478"/>
          <ac:cxnSpMkLst>
            <pc:docMk/>
            <pc:sldMk cId="953357849" sldId="346"/>
            <ac:cxnSpMk id="26" creationId="{26196367-C810-4494-ADDB-F814B27E1F11}"/>
          </ac:cxnSpMkLst>
        </pc:cxnChg>
        <pc:cxnChg chg="add del mod">
          <ac:chgData name="Gabriel Quintella" userId="0401f16030b3bbcc" providerId="LiveId" clId="{34403CA3-19C4-4EAD-9379-43EB9C3BF6B2}" dt="2022-02-20T12:33:02.560" v="2914" actId="478"/>
          <ac:cxnSpMkLst>
            <pc:docMk/>
            <pc:sldMk cId="953357849" sldId="346"/>
            <ac:cxnSpMk id="32" creationId="{A24805E0-5A5B-4369-8AE5-A0756DB346C5}"/>
          </ac:cxnSpMkLst>
        </pc:cxnChg>
        <pc:cxnChg chg="add del mod">
          <ac:chgData name="Gabriel Quintella" userId="0401f16030b3bbcc" providerId="LiveId" clId="{34403CA3-19C4-4EAD-9379-43EB9C3BF6B2}" dt="2022-02-20T13:58:18.508" v="2924" actId="478"/>
          <ac:cxnSpMkLst>
            <pc:docMk/>
            <pc:sldMk cId="953357849" sldId="346"/>
            <ac:cxnSpMk id="39" creationId="{CCDE4A55-1E95-46A0-BCE8-0B7BED9CFBB8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44" creationId="{98AE17A6-0100-4102-A674-480C3E8F3414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51" creationId="{9EF81C18-7143-4A02-B288-607CD6C308AC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53" creationId="{02466C78-C157-485C-AD4F-A84DD8193D30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59" creationId="{169A1FE7-1BA0-48A9-A212-0364BC268D06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61" creationId="{363DFAC5-037A-41F4-AEB5-52A1A187C96F}"/>
          </ac:cxnSpMkLst>
        </pc:cxnChg>
        <pc:cxnChg chg="add del">
          <ac:chgData name="Gabriel Quintella" userId="0401f16030b3bbcc" providerId="LiveId" clId="{34403CA3-19C4-4EAD-9379-43EB9C3BF6B2}" dt="2022-02-20T14:25:25.771" v="3298" actId="478"/>
          <ac:cxnSpMkLst>
            <pc:docMk/>
            <pc:sldMk cId="953357849" sldId="346"/>
            <ac:cxnSpMk id="64" creationId="{6A47761D-270A-431A-99F3-6571C624FE1E}"/>
          </ac:cxnSpMkLst>
        </pc:cxnChg>
        <pc:cxnChg chg="add mod">
          <ac:chgData name="Gabriel Quintella" userId="0401f16030b3bbcc" providerId="LiveId" clId="{34403CA3-19C4-4EAD-9379-43EB9C3BF6B2}" dt="2022-02-20T15:00:25.253" v="3941" actId="1036"/>
          <ac:cxnSpMkLst>
            <pc:docMk/>
            <pc:sldMk cId="953357849" sldId="346"/>
            <ac:cxnSpMk id="66" creationId="{2EBB43C7-60AA-4C57-93D0-5B5961B072DA}"/>
          </ac:cxnSpMkLst>
        </pc:cxnChg>
      </pc:sldChg>
      <pc:sldChg chg="addSp delSp modSp add mod delAnim modAnim">
        <pc:chgData name="Gabriel Quintella" userId="0401f16030b3bbcc" providerId="LiveId" clId="{34403CA3-19C4-4EAD-9379-43EB9C3BF6B2}" dt="2022-02-20T20:58:38.166" v="5498"/>
        <pc:sldMkLst>
          <pc:docMk/>
          <pc:sldMk cId="1691770127" sldId="347"/>
        </pc:sldMkLst>
        <pc:spChg chg="del">
          <ac:chgData name="Gabriel Quintella" userId="0401f16030b3bbcc" providerId="LiveId" clId="{34403CA3-19C4-4EAD-9379-43EB9C3BF6B2}" dt="2022-02-20T12:18:23.718" v="2798" actId="478"/>
          <ac:spMkLst>
            <pc:docMk/>
            <pc:sldMk cId="1691770127" sldId="347"/>
            <ac:spMk id="5" creationId="{B51A5F4F-8134-43FF-B93B-081156090D5E}"/>
          </ac:spMkLst>
        </pc:spChg>
        <pc:spChg chg="del">
          <ac:chgData name="Gabriel Quintella" userId="0401f16030b3bbcc" providerId="LiveId" clId="{34403CA3-19C4-4EAD-9379-43EB9C3BF6B2}" dt="2022-02-20T14:59:52.360" v="3909" actId="478"/>
          <ac:spMkLst>
            <pc:docMk/>
            <pc:sldMk cId="1691770127" sldId="347"/>
            <ac:spMk id="6" creationId="{B4392268-98F1-444B-AF0F-A8D0E0A55EBA}"/>
          </ac:spMkLst>
        </pc:spChg>
        <pc:spChg chg="del">
          <ac:chgData name="Gabriel Quintella" userId="0401f16030b3bbcc" providerId="LiveId" clId="{34403CA3-19C4-4EAD-9379-43EB9C3BF6B2}" dt="2022-02-20T12:18:18.825" v="2797" actId="478"/>
          <ac:spMkLst>
            <pc:docMk/>
            <pc:sldMk cId="1691770127" sldId="347"/>
            <ac:spMk id="7" creationId="{2F9C50A5-1395-4008-ADF9-30D84AB0BDA3}"/>
          </ac:spMkLst>
        </pc:spChg>
        <pc:spChg chg="del">
          <ac:chgData name="Gabriel Quintella" userId="0401f16030b3bbcc" providerId="LiveId" clId="{34403CA3-19C4-4EAD-9379-43EB9C3BF6B2}" dt="2022-02-20T12:18:16.804" v="2796" actId="478"/>
          <ac:spMkLst>
            <pc:docMk/>
            <pc:sldMk cId="1691770127" sldId="347"/>
            <ac:spMk id="8" creationId="{0513D72D-0A81-40E6-87CA-DFA38BCC221D}"/>
          </ac:spMkLst>
        </pc:spChg>
        <pc:spChg chg="del">
          <ac:chgData name="Gabriel Quintella" userId="0401f16030b3bbcc" providerId="LiveId" clId="{34403CA3-19C4-4EAD-9379-43EB9C3BF6B2}" dt="2022-02-20T12:18:14.645" v="2795" actId="478"/>
          <ac:spMkLst>
            <pc:docMk/>
            <pc:sldMk cId="1691770127" sldId="347"/>
            <ac:spMk id="9" creationId="{7C45249C-9C61-4B52-BEFC-550AD91465D1}"/>
          </ac:spMkLst>
        </pc:spChg>
        <pc:spChg chg="del mod">
          <ac:chgData name="Gabriel Quintella" userId="0401f16030b3bbcc" providerId="LiveId" clId="{34403CA3-19C4-4EAD-9379-43EB9C3BF6B2}" dt="2022-02-20T12:13:53.818" v="2567" actId="478"/>
          <ac:spMkLst>
            <pc:docMk/>
            <pc:sldMk cId="1691770127" sldId="347"/>
            <ac:spMk id="10" creationId="{1F4C8C50-CA1B-4FAE-B6DE-54CA19E400A5}"/>
          </ac:spMkLst>
        </pc:spChg>
        <pc:spChg chg="del mod">
          <ac:chgData name="Gabriel Quintella" userId="0401f16030b3bbcc" providerId="LiveId" clId="{34403CA3-19C4-4EAD-9379-43EB9C3BF6B2}" dt="2022-02-20T12:19:53.463" v="2847" actId="478"/>
          <ac:spMkLst>
            <pc:docMk/>
            <pc:sldMk cId="1691770127" sldId="347"/>
            <ac:spMk id="11" creationId="{58F1CE1D-D8D8-432E-9795-8A0080C259D6}"/>
          </ac:spMkLst>
        </pc:spChg>
        <pc:spChg chg="mod">
          <ac:chgData name="Gabriel Quintella" userId="0401f16030b3bbcc" providerId="LiveId" clId="{34403CA3-19C4-4EAD-9379-43EB9C3BF6B2}" dt="2022-02-20T20:58:16.164" v="5488" actId="1037"/>
          <ac:spMkLst>
            <pc:docMk/>
            <pc:sldMk cId="1691770127" sldId="347"/>
            <ac:spMk id="16" creationId="{50DD3546-065F-41D2-A1F9-EBC03B149F16}"/>
          </ac:spMkLst>
        </pc:spChg>
        <pc:spChg chg="del">
          <ac:chgData name="Gabriel Quintella" userId="0401f16030b3bbcc" providerId="LiveId" clId="{34403CA3-19C4-4EAD-9379-43EB9C3BF6B2}" dt="2022-02-20T12:13:59.846" v="2569" actId="478"/>
          <ac:spMkLst>
            <pc:docMk/>
            <pc:sldMk cId="1691770127" sldId="347"/>
            <ac:spMk id="17" creationId="{29542463-25CD-46CF-A6DA-32628DF81054}"/>
          </ac:spMkLst>
        </pc:spChg>
        <pc:spChg chg="del mod">
          <ac:chgData name="Gabriel Quintella" userId="0401f16030b3bbcc" providerId="LiveId" clId="{34403CA3-19C4-4EAD-9379-43EB9C3BF6B2}" dt="2022-02-20T12:19:36.042" v="2842" actId="21"/>
          <ac:spMkLst>
            <pc:docMk/>
            <pc:sldMk cId="1691770127" sldId="347"/>
            <ac:spMk id="20" creationId="{1A50D288-30F2-46F9-8674-87A5AE986A58}"/>
          </ac:spMkLst>
        </pc:spChg>
        <pc:spChg chg="del mod">
          <ac:chgData name="Gabriel Quintella" userId="0401f16030b3bbcc" providerId="LiveId" clId="{34403CA3-19C4-4EAD-9379-43EB9C3BF6B2}" dt="2022-02-20T12:19:23.275" v="2838" actId="21"/>
          <ac:spMkLst>
            <pc:docMk/>
            <pc:sldMk cId="1691770127" sldId="347"/>
            <ac:spMk id="21" creationId="{94192DA1-0568-4DBA-9B87-F851C272F484}"/>
          </ac:spMkLst>
        </pc:spChg>
        <pc:spChg chg="mod">
          <ac:chgData name="Gabriel Quintella" userId="0401f16030b3bbcc" providerId="LiveId" clId="{34403CA3-19C4-4EAD-9379-43EB9C3BF6B2}" dt="2022-02-20T20:58:20.827" v="5495" actId="1037"/>
          <ac:spMkLst>
            <pc:docMk/>
            <pc:sldMk cId="1691770127" sldId="347"/>
            <ac:spMk id="22" creationId="{0C26EC0D-D734-4741-A3BB-A8B5CA77D273}"/>
          </ac:spMkLst>
        </pc:spChg>
        <pc:spChg chg="add mod ord">
          <ac:chgData name="Gabriel Quintella" userId="0401f16030b3bbcc" providerId="LiveId" clId="{34403CA3-19C4-4EAD-9379-43EB9C3BF6B2}" dt="2022-02-20T20:57:19.817" v="5474" actId="166"/>
          <ac:spMkLst>
            <pc:docMk/>
            <pc:sldMk cId="1691770127" sldId="347"/>
            <ac:spMk id="27" creationId="{6ECCCB9B-C5B7-45AE-939C-0BED763ED89C}"/>
          </ac:spMkLst>
        </pc:spChg>
        <pc:spChg chg="add mod">
          <ac:chgData name="Gabriel Quintella" userId="0401f16030b3bbcc" providerId="LiveId" clId="{34403CA3-19C4-4EAD-9379-43EB9C3BF6B2}" dt="2022-02-20T12:19:49.638" v="2845" actId="14100"/>
          <ac:spMkLst>
            <pc:docMk/>
            <pc:sldMk cId="1691770127" sldId="347"/>
            <ac:spMk id="28" creationId="{C3C95ABE-C3AC-4C2F-A3D4-AAF00A9D71EE}"/>
          </ac:spMkLst>
        </pc:spChg>
        <pc:spChg chg="add mod">
          <ac:chgData name="Gabriel Quintella" userId="0401f16030b3bbcc" providerId="LiveId" clId="{34403CA3-19C4-4EAD-9379-43EB9C3BF6B2}" dt="2022-02-20T14:59:52.854" v="3910"/>
          <ac:spMkLst>
            <pc:docMk/>
            <pc:sldMk cId="1691770127" sldId="347"/>
            <ac:spMk id="33" creationId="{B1DD68C4-00B8-46E7-97E1-C63B106778D3}"/>
          </ac:spMkLst>
        </pc:spChg>
        <pc:spChg chg="del mod">
          <ac:chgData name="Gabriel Quintella" userId="0401f16030b3bbcc" providerId="LiveId" clId="{34403CA3-19C4-4EAD-9379-43EB9C3BF6B2}" dt="2022-02-20T12:13:42.303" v="2536" actId="478"/>
          <ac:spMkLst>
            <pc:docMk/>
            <pc:sldMk cId="1691770127" sldId="347"/>
            <ac:spMk id="38" creationId="{AE2DDDFD-EE71-49C4-8344-63766D02E943}"/>
          </ac:spMkLst>
        </pc:spChg>
        <pc:picChg chg="del mod">
          <ac:chgData name="Gabriel Quintella" userId="0401f16030b3bbcc" providerId="LiveId" clId="{34403CA3-19C4-4EAD-9379-43EB9C3BF6B2}" dt="2022-02-20T12:17:41.816" v="2741" actId="478"/>
          <ac:picMkLst>
            <pc:docMk/>
            <pc:sldMk cId="1691770127" sldId="347"/>
            <ac:picMk id="3" creationId="{0ED23CC7-A8C7-40F3-9F5C-60D9431A61AB}"/>
          </ac:picMkLst>
        </pc:picChg>
        <pc:picChg chg="mod">
          <ac:chgData name="Gabriel Quintella" userId="0401f16030b3bbcc" providerId="LiveId" clId="{34403CA3-19C4-4EAD-9379-43EB9C3BF6B2}" dt="2022-02-20T12:18:08.918" v="2793" actId="1076"/>
          <ac:picMkLst>
            <pc:docMk/>
            <pc:sldMk cId="1691770127" sldId="347"/>
            <ac:picMk id="4" creationId="{8FBED80D-7006-4868-BD2E-0119D360BC36}"/>
          </ac:picMkLst>
        </pc:picChg>
        <pc:picChg chg="add mod ord modCrop">
          <ac:chgData name="Gabriel Quintella" userId="0401f16030b3bbcc" providerId="LiveId" clId="{34403CA3-19C4-4EAD-9379-43EB9C3BF6B2}" dt="2022-02-20T20:56:48.266" v="5470" actId="732"/>
          <ac:picMkLst>
            <pc:docMk/>
            <pc:sldMk cId="1691770127" sldId="347"/>
            <ac:picMk id="12" creationId="{B4C750E7-28CE-425F-9268-B63357FD5CC7}"/>
          </ac:picMkLst>
        </pc:picChg>
        <pc:picChg chg="add mod modCrop">
          <ac:chgData name="Gabriel Quintella" userId="0401f16030b3bbcc" providerId="LiveId" clId="{34403CA3-19C4-4EAD-9379-43EB9C3BF6B2}" dt="2022-02-20T20:57:39.652" v="5477" actId="1076"/>
          <ac:picMkLst>
            <pc:docMk/>
            <pc:sldMk cId="1691770127" sldId="347"/>
            <ac:picMk id="34" creationId="{6F406EEA-AA83-4C80-BA37-B336961D870D}"/>
          </ac:picMkLst>
        </pc:picChg>
        <pc:cxnChg chg="del mod">
          <ac:chgData name="Gabriel Quintella" userId="0401f16030b3bbcc" providerId="LiveId" clId="{34403CA3-19C4-4EAD-9379-43EB9C3BF6B2}" dt="2022-02-20T12:13:56.888" v="2568" actId="478"/>
          <ac:cxnSpMkLst>
            <pc:docMk/>
            <pc:sldMk cId="1691770127" sldId="347"/>
            <ac:cxnSpMk id="13" creationId="{C1A2696C-CB04-47B2-97EB-4B644C29493D}"/>
          </ac:cxnSpMkLst>
        </pc:cxnChg>
        <pc:cxnChg chg="del mod">
          <ac:chgData name="Gabriel Quintella" userId="0401f16030b3bbcc" providerId="LiveId" clId="{34403CA3-19C4-4EAD-9379-43EB9C3BF6B2}" dt="2022-02-20T12:19:51.946" v="2846" actId="478"/>
          <ac:cxnSpMkLst>
            <pc:docMk/>
            <pc:sldMk cId="1691770127" sldId="347"/>
            <ac:cxnSpMk id="24" creationId="{F58B5986-5BAB-4B69-98F1-297945B865CA}"/>
          </ac:cxnSpMkLst>
        </pc:cxnChg>
        <pc:cxnChg chg="del mod">
          <ac:chgData name="Gabriel Quintella" userId="0401f16030b3bbcc" providerId="LiveId" clId="{34403CA3-19C4-4EAD-9379-43EB9C3BF6B2}" dt="2022-02-20T12:19:33.784" v="2841" actId="478"/>
          <ac:cxnSpMkLst>
            <pc:docMk/>
            <pc:sldMk cId="1691770127" sldId="347"/>
            <ac:cxnSpMk id="26" creationId="{26196367-C810-4494-ADDB-F814B27E1F11}"/>
          </ac:cxnSpMkLst>
        </pc:cxnChg>
        <pc:cxnChg chg="add mod">
          <ac:chgData name="Gabriel Quintella" userId="0401f16030b3bbcc" providerId="LiveId" clId="{34403CA3-19C4-4EAD-9379-43EB9C3BF6B2}" dt="2022-02-20T20:58:20.827" v="5495" actId="1037"/>
          <ac:cxnSpMkLst>
            <pc:docMk/>
            <pc:sldMk cId="1691770127" sldId="347"/>
            <ac:cxnSpMk id="29" creationId="{FE0707CB-AED3-4F38-A1A2-8C26C1EECA9C}"/>
          </ac:cxnSpMkLst>
        </pc:cxnChg>
        <pc:cxnChg chg="add mod ord">
          <ac:chgData name="Gabriel Quintella" userId="0401f16030b3bbcc" providerId="LiveId" clId="{34403CA3-19C4-4EAD-9379-43EB9C3BF6B2}" dt="2022-02-20T20:58:20.827" v="5495" actId="1037"/>
          <ac:cxnSpMkLst>
            <pc:docMk/>
            <pc:sldMk cId="1691770127" sldId="347"/>
            <ac:cxnSpMk id="31" creationId="{52D95350-6415-41FA-B5B1-63918B8783FE}"/>
          </ac:cxnSpMkLst>
        </pc:cxnChg>
      </pc:sldChg>
      <pc:sldChg chg="addSp delSp modSp add mod modAnim">
        <pc:chgData name="Gabriel Quintella" userId="0401f16030b3bbcc" providerId="LiveId" clId="{34403CA3-19C4-4EAD-9379-43EB9C3BF6B2}" dt="2022-02-20T19:34:24.708" v="4316" actId="20577"/>
        <pc:sldMkLst>
          <pc:docMk/>
          <pc:sldMk cId="736695176" sldId="348"/>
        </pc:sldMkLst>
        <pc:spChg chg="del mod">
          <ac:chgData name="Gabriel Quintella" userId="0401f16030b3bbcc" providerId="LiveId" clId="{34403CA3-19C4-4EAD-9379-43EB9C3BF6B2}" dt="2022-02-20T15:01:20.646" v="3976" actId="478"/>
          <ac:spMkLst>
            <pc:docMk/>
            <pc:sldMk cId="736695176" sldId="348"/>
            <ac:spMk id="6" creationId="{B4392268-98F1-444B-AF0F-A8D0E0A55EBA}"/>
          </ac:spMkLst>
        </pc:spChg>
        <pc:spChg chg="mod">
          <ac:chgData name="Gabriel Quintella" userId="0401f16030b3bbcc" providerId="LiveId" clId="{34403CA3-19C4-4EAD-9379-43EB9C3BF6B2}" dt="2022-02-20T19:34:24.708" v="4316" actId="20577"/>
          <ac:spMkLst>
            <pc:docMk/>
            <pc:sldMk cId="736695176" sldId="348"/>
            <ac:spMk id="16" creationId="{50DD3546-065F-41D2-A1F9-EBC03B149F16}"/>
          </ac:spMkLst>
        </pc:spChg>
        <pc:spChg chg="add 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25" creationId="{7CA2B39F-E108-46A0-9157-66252482DFF0}"/>
          </ac:spMkLst>
        </pc:spChg>
        <pc:spChg chg="add 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26" creationId="{E1AB8831-5ED6-44BF-BC85-05CA71A15E17}"/>
          </ac:spMkLst>
        </pc:spChg>
        <pc:spChg chg="add 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29" creationId="{AE8EB9C6-9B92-42DA-97D0-C5B3D76BEF33}"/>
          </ac:spMkLst>
        </pc:spChg>
        <pc:spChg chg="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30" creationId="{39326CF0-2A16-49AD-846C-AC08ACEE2799}"/>
          </ac:spMkLst>
        </pc:spChg>
        <pc:spChg chg="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31" creationId="{DF1BDC6B-2929-479B-944A-F2A3086B6440}"/>
          </ac:spMkLst>
        </pc:spChg>
        <pc:spChg chg="add mod">
          <ac:chgData name="Gabriel Quintella" userId="0401f16030b3bbcc" providerId="LiveId" clId="{34403CA3-19C4-4EAD-9379-43EB9C3BF6B2}" dt="2022-02-20T15:01:07.756" v="3972" actId="1036"/>
          <ac:spMkLst>
            <pc:docMk/>
            <pc:sldMk cId="736695176" sldId="348"/>
            <ac:spMk id="32" creationId="{741ED095-5995-4D60-89B1-C97AC558322F}"/>
          </ac:spMkLst>
        </pc:spChg>
        <pc:spChg chg="add del mod">
          <ac:chgData name="Gabriel Quintella" userId="0401f16030b3bbcc" providerId="LiveId" clId="{34403CA3-19C4-4EAD-9379-43EB9C3BF6B2}" dt="2022-02-20T15:00:57.186" v="3962"/>
          <ac:spMkLst>
            <pc:docMk/>
            <pc:sldMk cId="736695176" sldId="348"/>
            <ac:spMk id="33" creationId="{BCEC4A79-FDC5-4A72-AC40-EA3FBE5B5E33}"/>
          </ac:spMkLst>
        </pc:spChg>
        <pc:spChg chg="add mod">
          <ac:chgData name="Gabriel Quintella" userId="0401f16030b3bbcc" providerId="LiveId" clId="{34403CA3-19C4-4EAD-9379-43EB9C3BF6B2}" dt="2022-02-20T15:01:15.363" v="3974" actId="1076"/>
          <ac:spMkLst>
            <pc:docMk/>
            <pc:sldMk cId="736695176" sldId="348"/>
            <ac:spMk id="34" creationId="{BB2CB92A-436C-4878-B823-AE4D90C81ACF}"/>
          </ac:spMkLst>
        </pc:spChg>
        <pc:picChg chg="add mod">
          <ac:chgData name="Gabriel Quintella" userId="0401f16030b3bbcc" providerId="LiveId" clId="{34403CA3-19C4-4EAD-9379-43EB9C3BF6B2}" dt="2022-02-20T15:01:07.756" v="3972" actId="1036"/>
          <ac:picMkLst>
            <pc:docMk/>
            <pc:sldMk cId="736695176" sldId="348"/>
            <ac:picMk id="3" creationId="{3CBD7EE5-D8BD-4C80-95FE-558FD03DE152}"/>
          </ac:picMkLst>
        </pc:picChg>
        <pc:picChg chg="add mod">
          <ac:chgData name="Gabriel Quintella" userId="0401f16030b3bbcc" providerId="LiveId" clId="{34403CA3-19C4-4EAD-9379-43EB9C3BF6B2}" dt="2022-02-20T15:01:07.756" v="3972" actId="1036"/>
          <ac:picMkLst>
            <pc:docMk/>
            <pc:sldMk cId="736695176" sldId="348"/>
            <ac:picMk id="7" creationId="{B0D664A3-5414-41A6-9015-A5187D31BB12}"/>
          </ac:picMkLst>
        </pc:picChg>
        <pc:picChg chg="mod">
          <ac:chgData name="Gabriel Quintella" userId="0401f16030b3bbcc" providerId="LiveId" clId="{34403CA3-19C4-4EAD-9379-43EB9C3BF6B2}" dt="2022-02-20T15:01:07.756" v="3972" actId="1036"/>
          <ac:picMkLst>
            <pc:docMk/>
            <pc:sldMk cId="736695176" sldId="348"/>
            <ac:picMk id="42" creationId="{FF384668-FF96-44AD-B596-39D37D928421}"/>
          </ac:picMkLst>
        </pc:picChg>
        <pc:picChg chg="mod">
          <ac:chgData name="Gabriel Quintella" userId="0401f16030b3bbcc" providerId="LiveId" clId="{34403CA3-19C4-4EAD-9379-43EB9C3BF6B2}" dt="2022-02-20T15:01:07.756" v="3972" actId="1036"/>
          <ac:picMkLst>
            <pc:docMk/>
            <pc:sldMk cId="736695176" sldId="348"/>
            <ac:picMk id="47" creationId="{1FBBC047-1318-4B76-8367-E73167D6BBB2}"/>
          </ac:picMkLst>
        </pc:picChg>
        <pc:picChg chg="mod">
          <ac:chgData name="Gabriel Quintella" userId="0401f16030b3bbcc" providerId="LiveId" clId="{34403CA3-19C4-4EAD-9379-43EB9C3BF6B2}" dt="2022-02-20T15:01:07.756" v="3972" actId="1036"/>
          <ac:picMkLst>
            <pc:docMk/>
            <pc:sldMk cId="736695176" sldId="348"/>
            <ac:picMk id="49" creationId="{9CCBAD76-3D3A-462D-9505-4F6A21D1F4CA}"/>
          </ac:picMkLst>
        </pc:picChg>
        <pc:cxnChg chg="add 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9" creationId="{4ABD3BA6-C5B4-4941-AABF-0FEFD5644CAA}"/>
          </ac:cxnSpMkLst>
        </pc:cxnChg>
        <pc:cxnChg chg="add 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11" creationId="{3F68F836-5DF7-43B8-A50E-24DE832AED1D}"/>
          </ac:cxnSpMkLst>
        </pc:cxnChg>
        <pc:cxnChg chg="add 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13" creationId="{7A346E43-7D9E-45DA-AB4E-F0AF6DDA950B}"/>
          </ac:cxnSpMkLst>
        </pc:cxnChg>
        <pc:cxnChg chg="add 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15" creationId="{8E3568FE-B4CA-4FF2-9BD4-618B148A9FF9}"/>
          </ac:cxnSpMkLst>
        </pc:cxnChg>
        <pc:cxnChg chg="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44" creationId="{98AE17A6-0100-4102-A674-480C3E8F3414}"/>
          </ac:cxnSpMkLst>
        </pc:cxnChg>
        <pc:cxnChg chg="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51" creationId="{9EF81C18-7143-4A02-B288-607CD6C308AC}"/>
          </ac:cxnSpMkLst>
        </pc:cxnChg>
        <pc:cxnChg chg="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53" creationId="{02466C78-C157-485C-AD4F-A84DD8193D30}"/>
          </ac:cxnSpMkLst>
        </pc:cxnChg>
        <pc:cxnChg chg="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59" creationId="{169A1FE7-1BA0-48A9-A212-0364BC268D06}"/>
          </ac:cxnSpMkLst>
        </pc:cxnChg>
        <pc:cxnChg chg="mod">
          <ac:chgData name="Gabriel Quintella" userId="0401f16030b3bbcc" providerId="LiveId" clId="{34403CA3-19C4-4EAD-9379-43EB9C3BF6B2}" dt="2022-02-20T15:01:07.756" v="3972" actId="1036"/>
          <ac:cxnSpMkLst>
            <pc:docMk/>
            <pc:sldMk cId="736695176" sldId="348"/>
            <ac:cxnSpMk id="61" creationId="{363DFAC5-037A-41F4-AEB5-52A1A187C96F}"/>
          </ac:cxnSpMkLst>
        </pc:cxnChg>
      </pc:sldChg>
      <pc:sldChg chg="addSp delSp modSp add mod ord setBg setClrOvrMap delDesignElem">
        <pc:chgData name="Gabriel Quintella" userId="0401f16030b3bbcc" providerId="LiveId" clId="{34403CA3-19C4-4EAD-9379-43EB9C3BF6B2}" dt="2022-02-20T14:55:35.818" v="3806" actId="20577"/>
        <pc:sldMkLst>
          <pc:docMk/>
          <pc:sldMk cId="2279596381" sldId="349"/>
        </pc:sldMkLst>
        <pc:spChg chg="del mod ord">
          <ac:chgData name="Gabriel Quintella" userId="0401f16030b3bbcc" providerId="LiveId" clId="{34403CA3-19C4-4EAD-9379-43EB9C3BF6B2}" dt="2022-02-20T14:55:23.263" v="3795" actId="478"/>
          <ac:spMkLst>
            <pc:docMk/>
            <pc:sldMk cId="2279596381" sldId="349"/>
            <ac:spMk id="2" creationId="{A22A48B3-5314-4374-A82C-5EA1D94D2747}"/>
          </ac:spMkLst>
        </pc:spChg>
        <pc:spChg chg="add del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6" creationId="{E91DC736-0EF8-4F87-9146-EBF1D2EE4D3D}"/>
          </ac:spMkLst>
        </pc:spChg>
        <pc:spChg chg="del">
          <ac:chgData name="Gabriel Quintella" userId="0401f16030b3bbcc" providerId="LiveId" clId="{34403CA3-19C4-4EAD-9379-43EB9C3BF6B2}" dt="2022-02-20T14:48:47.484" v="3646"/>
          <ac:spMkLst>
            <pc:docMk/>
            <pc:sldMk cId="2279596381" sldId="349"/>
            <ac:spMk id="9" creationId="{E49CC64F-7275-4E33-961B-0C5CDC439875}"/>
          </ac:spMkLst>
        </pc:spChg>
        <pc:spChg chg="add del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11" creationId="{097CD68E-23E3-4007-8847-CD0944C4F7BE}"/>
          </ac:spMkLst>
        </pc:spChg>
        <pc:spChg chg="add del mod">
          <ac:chgData name="Gabriel Quintella" userId="0401f16030b3bbcc" providerId="LiveId" clId="{34403CA3-19C4-4EAD-9379-43EB9C3BF6B2}" dt="2022-02-20T14:55:21.377" v="3794"/>
          <ac:spMkLst>
            <pc:docMk/>
            <pc:sldMk cId="2279596381" sldId="349"/>
            <ac:spMk id="12" creationId="{B829D2DC-086E-468B-8BA1-EE0F8517A520}"/>
          </ac:spMkLst>
        </pc:spChg>
        <pc:spChg chg="add del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13" creationId="{AF2F604E-43BE-4DC3-B983-E071523364F8}"/>
          </ac:spMkLst>
        </pc:spChg>
        <pc:spChg chg="add mod">
          <ac:chgData name="Gabriel Quintella" userId="0401f16030b3bbcc" providerId="LiveId" clId="{34403CA3-19C4-4EAD-9379-43EB9C3BF6B2}" dt="2022-02-20T14:55:35.818" v="3806" actId="20577"/>
          <ac:spMkLst>
            <pc:docMk/>
            <pc:sldMk cId="2279596381" sldId="349"/>
            <ac:spMk id="14" creationId="{41CBDBDA-539C-45EB-BC8B-9B2522656B83}"/>
          </ac:spMkLst>
        </pc:spChg>
        <pc:spChg chg="add del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15" creationId="{08C9B587-E65E-4B52-B37C-ABEBB6E87928}"/>
          </ac:spMkLst>
        </pc:spChg>
        <pc:spChg chg="add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20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22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4:55:18.361" v="3792" actId="26606"/>
          <ac:spMkLst>
            <pc:docMk/>
            <pc:sldMk cId="2279596381" sldId="349"/>
            <ac:spMk id="24" creationId="{79F40191-0F44-4FD1-82CC-ACB507C14BE6}"/>
          </ac:spMkLst>
        </pc:spChg>
        <pc:picChg chg="mod">
          <ac:chgData name="Gabriel Quintella" userId="0401f16030b3bbcc" providerId="LiveId" clId="{34403CA3-19C4-4EAD-9379-43EB9C3BF6B2}" dt="2022-02-20T14:55:18.361" v="3792" actId="26606"/>
          <ac:picMkLst>
            <pc:docMk/>
            <pc:sldMk cId="2279596381" sldId="349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34403CA3-19C4-4EAD-9379-43EB9C3BF6B2}" dt="2022-02-20T15:55:31.756" v="3979" actId="26606"/>
        <pc:sldMkLst>
          <pc:docMk/>
          <pc:sldMk cId="1364577116" sldId="350"/>
        </pc:sldMkLst>
        <pc:spChg chg="del mod">
          <ac:chgData name="Gabriel Quintella" userId="0401f16030b3bbcc" providerId="LiveId" clId="{34403CA3-19C4-4EAD-9379-43EB9C3BF6B2}" dt="2022-02-20T14:54:20.856" v="3770" actId="478"/>
          <ac:spMkLst>
            <pc:docMk/>
            <pc:sldMk cId="1364577116" sldId="350"/>
            <ac:spMk id="2" creationId="{A22A48B3-5314-4374-A82C-5EA1D94D2747}"/>
          </ac:spMkLst>
        </pc:spChg>
        <pc:spChg chg="del">
          <ac:chgData name="Gabriel Quintella" userId="0401f16030b3bbcc" providerId="LiveId" clId="{34403CA3-19C4-4EAD-9379-43EB9C3BF6B2}" dt="2022-02-20T14:49:08.477" v="3651"/>
          <ac:spMkLst>
            <pc:docMk/>
            <pc:sldMk cId="1364577116" sldId="350"/>
            <ac:spMk id="6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4:54:14.911" v="3767" actId="26606"/>
          <ac:spMkLst>
            <pc:docMk/>
            <pc:sldMk cId="1364577116" sldId="350"/>
            <ac:spMk id="7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4:54:14.911" v="3767" actId="26606"/>
          <ac:spMkLst>
            <pc:docMk/>
            <pc:sldMk cId="1364577116" sldId="350"/>
            <ac:spMk id="8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4:54:14.911" v="3767" actId="26606"/>
          <ac:spMkLst>
            <pc:docMk/>
            <pc:sldMk cId="1364577116" sldId="350"/>
            <ac:spMk id="9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4:54:14.911" v="3767" actId="26606"/>
          <ac:spMkLst>
            <pc:docMk/>
            <pc:sldMk cId="1364577116" sldId="350"/>
            <ac:spMk id="10" creationId="{08C9B587-E65E-4B52-B37C-ABEBB6E87928}"/>
          </ac:spMkLst>
        </pc:spChg>
        <pc:spChg chg="del">
          <ac:chgData name="Gabriel Quintella" userId="0401f16030b3bbcc" providerId="LiveId" clId="{34403CA3-19C4-4EAD-9379-43EB9C3BF6B2}" dt="2022-02-20T14:49:08.477" v="3651"/>
          <ac:spMkLst>
            <pc:docMk/>
            <pc:sldMk cId="1364577116" sldId="350"/>
            <ac:spMk id="11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12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4:49:08.477" v="3651"/>
          <ac:spMkLst>
            <pc:docMk/>
            <pc:sldMk cId="1364577116" sldId="350"/>
            <ac:spMk id="13" creationId="{AF2F604E-43BE-4DC3-B983-E071523364F8}"/>
          </ac:spMkLst>
        </pc:spChg>
        <pc:spChg chg="del">
          <ac:chgData name="Gabriel Quintella" userId="0401f16030b3bbcc" providerId="LiveId" clId="{34403CA3-19C4-4EAD-9379-43EB9C3BF6B2}" dt="2022-02-20T14:49:08.477" v="3651"/>
          <ac:spMkLst>
            <pc:docMk/>
            <pc:sldMk cId="1364577116" sldId="350"/>
            <ac:spMk id="15" creationId="{08C9B587-E65E-4B52-B37C-ABEBB6E87928}"/>
          </ac:spMkLst>
        </pc:spChg>
        <pc:spChg chg="add del mod">
          <ac:chgData name="Gabriel Quintella" userId="0401f16030b3bbcc" providerId="LiveId" clId="{34403CA3-19C4-4EAD-9379-43EB9C3BF6B2}" dt="2022-02-20T14:54:18.765" v="3769"/>
          <ac:spMkLst>
            <pc:docMk/>
            <pc:sldMk cId="1364577116" sldId="350"/>
            <ac:spMk id="16" creationId="{FF648ABF-3FCA-4695-99C1-1DF6F16FDFCA}"/>
          </ac:spMkLst>
        </pc:spChg>
        <pc:spChg chg="add del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17" creationId="{D74A4382-E3AD-430A-9A1F-DFA3E0E77A7D}"/>
          </ac:spMkLst>
        </pc:spChg>
        <pc:spChg chg="add mod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18" creationId="{4D53D531-C2C3-4B5D-AE87-F42805399928}"/>
          </ac:spMkLst>
        </pc:spChg>
        <pc:spChg chg="add del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19" creationId="{79F40191-0F44-4FD1-82CC-ACB507C14BE6}"/>
          </ac:spMkLst>
        </pc:spChg>
        <pc:spChg chg="add del">
          <ac:chgData name="Gabriel Quintella" userId="0401f16030b3bbcc" providerId="LiveId" clId="{34403CA3-19C4-4EAD-9379-43EB9C3BF6B2}" dt="2022-02-20T15:55:31.747" v="3978" actId="26606"/>
          <ac:spMkLst>
            <pc:docMk/>
            <pc:sldMk cId="1364577116" sldId="350"/>
            <ac:spMk id="24" creationId="{657F69E0-C4B0-4BEC-A689-4F8D877F05D4}"/>
          </ac:spMkLst>
        </pc:spChg>
        <pc:spChg chg="add del">
          <ac:chgData name="Gabriel Quintella" userId="0401f16030b3bbcc" providerId="LiveId" clId="{34403CA3-19C4-4EAD-9379-43EB9C3BF6B2}" dt="2022-02-20T15:55:31.747" v="3978" actId="26606"/>
          <ac:spMkLst>
            <pc:docMk/>
            <pc:sldMk cId="1364577116" sldId="350"/>
            <ac:spMk id="26" creationId="{9F6380B4-6A1C-481E-8408-B4E6C75B9B81}"/>
          </ac:spMkLst>
        </pc:spChg>
        <pc:spChg chg="add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28" creationId="{79F40191-0F44-4FD1-82CC-ACB507C14BE6}"/>
          </ac:spMkLst>
        </pc:spChg>
        <pc:spChg chg="add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29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5:55:31.756" v="3979" actId="26606"/>
          <ac:spMkLst>
            <pc:docMk/>
            <pc:sldMk cId="1364577116" sldId="350"/>
            <ac:spMk id="30" creationId="{D74A4382-E3AD-430A-9A1F-DFA3E0E77A7D}"/>
          </ac:spMkLst>
        </pc:spChg>
        <pc:picChg chg="mod">
          <ac:chgData name="Gabriel Quintella" userId="0401f16030b3bbcc" providerId="LiveId" clId="{34403CA3-19C4-4EAD-9379-43EB9C3BF6B2}" dt="2022-02-20T15:55:31.747" v="3978" actId="26606"/>
          <ac:picMkLst>
            <pc:docMk/>
            <pc:sldMk cId="1364577116" sldId="350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34403CA3-19C4-4EAD-9379-43EB9C3BF6B2}" dt="2022-02-20T14:53:45.314" v="3766" actId="1038"/>
        <pc:sldMkLst>
          <pc:docMk/>
          <pc:sldMk cId="3448938392" sldId="351"/>
        </pc:sldMkLst>
        <pc:spChg chg="mod">
          <ac:chgData name="Gabriel Quintella" userId="0401f16030b3bbcc" providerId="LiveId" clId="{34403CA3-19C4-4EAD-9379-43EB9C3BF6B2}" dt="2022-02-20T14:53:45.314" v="3766" actId="1038"/>
          <ac:spMkLst>
            <pc:docMk/>
            <pc:sldMk cId="3448938392" sldId="351"/>
            <ac:spMk id="2" creationId="{A22A48B3-5314-4374-A82C-5EA1D94D2747}"/>
          </ac:spMkLst>
        </pc:spChg>
        <pc:spChg chg="add del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6" creationId="{E91DC736-0EF8-4F87-9146-EBF1D2EE4D3D}"/>
          </ac:spMkLst>
        </pc:spChg>
        <pc:spChg chg="del">
          <ac:chgData name="Gabriel Quintella" userId="0401f16030b3bbcc" providerId="LiveId" clId="{34403CA3-19C4-4EAD-9379-43EB9C3BF6B2}" dt="2022-02-20T14:49:20.800" v="3656"/>
          <ac:spMkLst>
            <pc:docMk/>
            <pc:sldMk cId="3448938392" sldId="351"/>
            <ac:spMk id="7" creationId="{097CD68E-23E3-4007-8847-CD0944C4F7BE}"/>
          </ac:spMkLst>
        </pc:spChg>
        <pc:spChg chg="del">
          <ac:chgData name="Gabriel Quintella" userId="0401f16030b3bbcc" providerId="LiveId" clId="{34403CA3-19C4-4EAD-9379-43EB9C3BF6B2}" dt="2022-02-20T14:49:20.800" v="3656"/>
          <ac:spMkLst>
            <pc:docMk/>
            <pc:sldMk cId="3448938392" sldId="351"/>
            <ac:spMk id="8" creationId="{AF2F604E-43BE-4DC3-B983-E071523364F8}"/>
          </ac:spMkLst>
        </pc:spChg>
        <pc:spChg chg="del">
          <ac:chgData name="Gabriel Quintella" userId="0401f16030b3bbcc" providerId="LiveId" clId="{34403CA3-19C4-4EAD-9379-43EB9C3BF6B2}" dt="2022-02-20T14:49:20.800" v="3656"/>
          <ac:spMkLst>
            <pc:docMk/>
            <pc:sldMk cId="3448938392" sldId="351"/>
            <ac:spMk id="9" creationId="{E91DC736-0EF8-4F87-9146-EBF1D2EE4D3D}"/>
          </ac:spMkLst>
        </pc:spChg>
        <pc:spChg chg="del">
          <ac:chgData name="Gabriel Quintella" userId="0401f16030b3bbcc" providerId="LiveId" clId="{34403CA3-19C4-4EAD-9379-43EB9C3BF6B2}" dt="2022-02-20T14:49:20.800" v="3656"/>
          <ac:spMkLst>
            <pc:docMk/>
            <pc:sldMk cId="3448938392" sldId="351"/>
            <ac:spMk id="10" creationId="{08C9B587-E65E-4B52-B37C-ABEBB6E87928}"/>
          </ac:spMkLst>
        </pc:spChg>
        <pc:spChg chg="add del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11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13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15" creationId="{08C9B587-E65E-4B52-B37C-ABEBB6E87928}"/>
          </ac:spMkLst>
        </pc:spChg>
        <pc:spChg chg="add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20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22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4:52:03.261" v="3704" actId="26606"/>
          <ac:spMkLst>
            <pc:docMk/>
            <pc:sldMk cId="3448938392" sldId="351"/>
            <ac:spMk id="24" creationId="{79F40191-0F44-4FD1-82CC-ACB507C14BE6}"/>
          </ac:spMkLst>
        </pc:spChg>
        <pc:picChg chg="mod">
          <ac:chgData name="Gabriel Quintella" userId="0401f16030b3bbcc" providerId="LiveId" clId="{34403CA3-19C4-4EAD-9379-43EB9C3BF6B2}" dt="2022-02-20T14:52:03.261" v="3704" actId="26606"/>
          <ac:picMkLst>
            <pc:docMk/>
            <pc:sldMk cId="3448938392" sldId="351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34403CA3-19C4-4EAD-9379-43EB9C3BF6B2}" dt="2022-02-20T14:52:49.874" v="3736" actId="113"/>
        <pc:sldMkLst>
          <pc:docMk/>
          <pc:sldMk cId="1080008139" sldId="352"/>
        </pc:sldMkLst>
        <pc:spChg chg="mod">
          <ac:chgData name="Gabriel Quintella" userId="0401f16030b3bbcc" providerId="LiveId" clId="{34403CA3-19C4-4EAD-9379-43EB9C3BF6B2}" dt="2022-02-20T14:52:49.874" v="3736" actId="113"/>
          <ac:spMkLst>
            <pc:docMk/>
            <pc:sldMk cId="1080008139" sldId="352"/>
            <ac:spMk id="2" creationId="{A22A48B3-5314-4374-A82C-5EA1D94D2747}"/>
          </ac:spMkLst>
        </pc:spChg>
        <pc:spChg chg="del">
          <ac:chgData name="Gabriel Quintella" userId="0401f16030b3bbcc" providerId="LiveId" clId="{34403CA3-19C4-4EAD-9379-43EB9C3BF6B2}" dt="2022-02-20T14:49:45.114" v="3661"/>
          <ac:spMkLst>
            <pc:docMk/>
            <pc:sldMk cId="1080008139" sldId="352"/>
            <ac:spMk id="6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7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8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9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10" creationId="{08C9B587-E65E-4B52-B37C-ABEBB6E87928}"/>
          </ac:spMkLst>
        </pc:spChg>
        <pc:spChg chg="del">
          <ac:chgData name="Gabriel Quintella" userId="0401f16030b3bbcc" providerId="LiveId" clId="{34403CA3-19C4-4EAD-9379-43EB9C3BF6B2}" dt="2022-02-20T14:49:45.114" v="3661"/>
          <ac:spMkLst>
            <pc:docMk/>
            <pc:sldMk cId="1080008139" sldId="352"/>
            <ac:spMk id="11" creationId="{097CD68E-23E3-4007-8847-CD0944C4F7BE}"/>
          </ac:spMkLst>
        </pc:spChg>
        <pc:spChg chg="add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12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4:49:45.114" v="3661"/>
          <ac:spMkLst>
            <pc:docMk/>
            <pc:sldMk cId="1080008139" sldId="352"/>
            <ac:spMk id="13" creationId="{AF2F604E-43BE-4DC3-B983-E071523364F8}"/>
          </ac:spMkLst>
        </pc:spChg>
        <pc:spChg chg="del">
          <ac:chgData name="Gabriel Quintella" userId="0401f16030b3bbcc" providerId="LiveId" clId="{34403CA3-19C4-4EAD-9379-43EB9C3BF6B2}" dt="2022-02-20T14:49:45.114" v="3661"/>
          <ac:spMkLst>
            <pc:docMk/>
            <pc:sldMk cId="1080008139" sldId="352"/>
            <ac:spMk id="15" creationId="{08C9B587-E65E-4B52-B37C-ABEBB6E87928}"/>
          </ac:spMkLst>
        </pc:spChg>
        <pc:spChg chg="add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17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4:51:09.928" v="3688" actId="26606"/>
          <ac:spMkLst>
            <pc:docMk/>
            <pc:sldMk cId="1080008139" sldId="352"/>
            <ac:spMk id="19" creationId="{79F40191-0F44-4FD1-82CC-ACB507C14BE6}"/>
          </ac:spMkLst>
        </pc:spChg>
        <pc:picChg chg="mod">
          <ac:chgData name="Gabriel Quintella" userId="0401f16030b3bbcc" providerId="LiveId" clId="{34403CA3-19C4-4EAD-9379-43EB9C3BF6B2}" dt="2022-02-20T14:51:09.928" v="3688" actId="26606"/>
          <ac:picMkLst>
            <pc:docMk/>
            <pc:sldMk cId="1080008139" sldId="352"/>
            <ac:picMk id="4" creationId="{8FBED80D-7006-4868-BD2E-0119D360BC36}"/>
          </ac:picMkLst>
        </pc:picChg>
      </pc:sldChg>
      <pc:sldChg chg="addSp delSp modSp add mod ord setBg setClrOvrMap">
        <pc:chgData name="Gabriel Quintella" userId="0401f16030b3bbcc" providerId="LiveId" clId="{34403CA3-19C4-4EAD-9379-43EB9C3BF6B2}" dt="2022-02-20T14:51:02.578" v="3687" actId="26606"/>
        <pc:sldMkLst>
          <pc:docMk/>
          <pc:sldMk cId="922942614" sldId="353"/>
        </pc:sldMkLst>
        <pc:spChg chg="mod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2" creationId="{A22A48B3-5314-4374-A82C-5EA1D94D2747}"/>
          </ac:spMkLst>
        </pc:spChg>
        <pc:spChg chg="add del">
          <ac:chgData name="Gabriel Quintella" userId="0401f16030b3bbcc" providerId="LiveId" clId="{34403CA3-19C4-4EAD-9379-43EB9C3BF6B2}" dt="2022-02-20T14:50:26.929" v="3669" actId="26606"/>
          <ac:spMkLst>
            <pc:docMk/>
            <pc:sldMk cId="922942614" sldId="353"/>
            <ac:spMk id="9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4:50:26.929" v="3669" actId="26606"/>
          <ac:spMkLst>
            <pc:docMk/>
            <pc:sldMk cId="922942614" sldId="353"/>
            <ac:spMk id="11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4:50:26.929" v="3669" actId="26606"/>
          <ac:spMkLst>
            <pc:docMk/>
            <pc:sldMk cId="922942614" sldId="353"/>
            <ac:spMk id="13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4:50:26.929" v="3669" actId="26606"/>
          <ac:spMkLst>
            <pc:docMk/>
            <pc:sldMk cId="922942614" sldId="353"/>
            <ac:spMk id="15" creationId="{08C9B587-E65E-4B52-B37C-ABEBB6E87928}"/>
          </ac:spMkLst>
        </pc:spChg>
        <pc:spChg chg="add del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17" creationId="{0671A8AE-40A1-4631-A6B8-581AFF065482}"/>
          </ac:spMkLst>
        </pc:spChg>
        <pc:spChg chg="add del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18" creationId="{AB58EF07-17C2-48CF-ABB0-EEF1F17CB8F0}"/>
          </ac:spMkLst>
        </pc:spChg>
        <pc:spChg chg="add del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19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20" creationId="{08C9B587-E65E-4B52-B37C-ABEBB6E87928}"/>
          </ac:spMkLst>
        </pc:spChg>
        <pc:spChg chg="add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25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27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4:51:02.578" v="3687" actId="26606"/>
          <ac:spMkLst>
            <pc:docMk/>
            <pc:sldMk cId="922942614" sldId="353"/>
            <ac:spMk id="29" creationId="{79F40191-0F44-4FD1-82CC-ACB507C14BE6}"/>
          </ac:spMkLst>
        </pc:spChg>
        <pc:picChg chg="mod">
          <ac:chgData name="Gabriel Quintella" userId="0401f16030b3bbcc" providerId="LiveId" clId="{34403CA3-19C4-4EAD-9379-43EB9C3BF6B2}" dt="2022-02-20T14:51:02.578" v="3687" actId="26606"/>
          <ac:picMkLst>
            <pc:docMk/>
            <pc:sldMk cId="922942614" sldId="353"/>
            <ac:picMk id="4" creationId="{8FBED80D-7006-4868-BD2E-0119D360BC36}"/>
          </ac:picMkLst>
        </pc:picChg>
      </pc:sldChg>
      <pc:sldChg chg="add del">
        <pc:chgData name="Gabriel Quintella" userId="0401f16030b3bbcc" providerId="LiveId" clId="{34403CA3-19C4-4EAD-9379-43EB9C3BF6B2}" dt="2022-02-20T14:58:05.087" v="3850"/>
        <pc:sldMkLst>
          <pc:docMk/>
          <pc:sldMk cId="337425367" sldId="354"/>
        </pc:sldMkLst>
      </pc:sldChg>
      <pc:sldChg chg="addSp delSp modSp add mod ord setBg setClrOvrMap delDesignElem">
        <pc:chgData name="Gabriel Quintella" userId="0401f16030b3bbcc" providerId="LiveId" clId="{34403CA3-19C4-4EAD-9379-43EB9C3BF6B2}" dt="2022-02-20T20:53:32.785" v="5452" actId="5793"/>
        <pc:sldMkLst>
          <pc:docMk/>
          <pc:sldMk cId="3488623268" sldId="354"/>
        </pc:sldMkLst>
        <pc:spChg chg="del mod">
          <ac:chgData name="Gabriel Quintella" userId="0401f16030b3bbcc" providerId="LiveId" clId="{34403CA3-19C4-4EAD-9379-43EB9C3BF6B2}" dt="2022-02-20T19:20:23.145" v="4156" actId="26606"/>
          <ac:spMkLst>
            <pc:docMk/>
            <pc:sldMk cId="3488623268" sldId="354"/>
            <ac:spMk id="2" creationId="{A22A48B3-5314-4374-A82C-5EA1D94D2747}"/>
          </ac:spMkLst>
        </pc:spChg>
        <pc:spChg chg="add">
          <ac:chgData name="Gabriel Quintella" userId="0401f16030b3bbcc" providerId="LiveId" clId="{34403CA3-19C4-4EAD-9379-43EB9C3BF6B2}" dt="2022-02-20T19:17:45.238" v="3984" actId="26606"/>
          <ac:spMkLst>
            <pc:docMk/>
            <pc:sldMk cId="3488623268" sldId="354"/>
            <ac:spMk id="9" creationId="{E91DC736-0EF8-4F87-9146-EBF1D2EE4D3D}"/>
          </ac:spMkLst>
        </pc:spChg>
        <pc:spChg chg="add">
          <ac:chgData name="Gabriel Quintella" userId="0401f16030b3bbcc" providerId="LiveId" clId="{34403CA3-19C4-4EAD-9379-43EB9C3BF6B2}" dt="2022-02-20T19:17:45.238" v="3984" actId="26606"/>
          <ac:spMkLst>
            <pc:docMk/>
            <pc:sldMk cId="3488623268" sldId="354"/>
            <ac:spMk id="11" creationId="{097CD68E-23E3-4007-8847-CD0944C4F7BE}"/>
          </ac:spMkLst>
        </pc:spChg>
        <pc:spChg chg="del">
          <ac:chgData name="Gabriel Quintella" userId="0401f16030b3bbcc" providerId="LiveId" clId="{34403CA3-19C4-4EAD-9379-43EB9C3BF6B2}" dt="2022-02-20T19:17:34.959" v="3981"/>
          <ac:spMkLst>
            <pc:docMk/>
            <pc:sldMk cId="3488623268" sldId="354"/>
            <ac:spMk id="12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17:45.238" v="3984" actId="26606"/>
          <ac:spMkLst>
            <pc:docMk/>
            <pc:sldMk cId="3488623268" sldId="354"/>
            <ac:spMk id="13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9:18:01.977" v="3986" actId="22"/>
          <ac:spMkLst>
            <pc:docMk/>
            <pc:sldMk cId="3488623268" sldId="354"/>
            <ac:spMk id="14" creationId="{27229BBA-577B-4BCC-9A53-77020C5EB6A6}"/>
          </ac:spMkLst>
        </pc:spChg>
        <pc:spChg chg="add">
          <ac:chgData name="Gabriel Quintella" userId="0401f16030b3bbcc" providerId="LiveId" clId="{34403CA3-19C4-4EAD-9379-43EB9C3BF6B2}" dt="2022-02-20T19:17:45.238" v="3984" actId="26606"/>
          <ac:spMkLst>
            <pc:docMk/>
            <pc:sldMk cId="3488623268" sldId="354"/>
            <ac:spMk id="15" creationId="{08C9B587-E65E-4B52-B37C-ABEBB6E87928}"/>
          </ac:spMkLst>
        </pc:spChg>
        <pc:spChg chg="add mod">
          <ac:chgData name="Gabriel Quintella" userId="0401f16030b3bbcc" providerId="LiveId" clId="{34403CA3-19C4-4EAD-9379-43EB9C3BF6B2}" dt="2022-02-20T19:29:22.243" v="4257" actId="1076"/>
          <ac:spMkLst>
            <pc:docMk/>
            <pc:sldMk cId="3488623268" sldId="354"/>
            <ac:spMk id="16" creationId="{0FA7F66F-2998-49C7-B12C-B05FDA17F723}"/>
          </ac:spMkLst>
        </pc:spChg>
        <pc:spChg chg="del">
          <ac:chgData name="Gabriel Quintella" userId="0401f16030b3bbcc" providerId="LiveId" clId="{34403CA3-19C4-4EAD-9379-43EB9C3BF6B2}" dt="2022-02-20T19:17:34.959" v="3981"/>
          <ac:spMkLst>
            <pc:docMk/>
            <pc:sldMk cId="3488623268" sldId="354"/>
            <ac:spMk id="17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17:34.959" v="3981"/>
          <ac:spMkLst>
            <pc:docMk/>
            <pc:sldMk cId="3488623268" sldId="354"/>
            <ac:spMk id="19" creationId="{79F40191-0F44-4FD1-82CC-ACB507C14BE6}"/>
          </ac:spMkLst>
        </pc:spChg>
        <pc:graphicFrameChg chg="add mod">
          <ac:chgData name="Gabriel Quintella" userId="0401f16030b3bbcc" providerId="LiveId" clId="{34403CA3-19C4-4EAD-9379-43EB9C3BF6B2}" dt="2022-02-20T20:53:32.785" v="5452" actId="5793"/>
          <ac:graphicFrameMkLst>
            <pc:docMk/>
            <pc:sldMk cId="3488623268" sldId="354"/>
            <ac:graphicFrameMk id="18" creationId="{62E93942-BDCB-46D5-B4D3-7FFA528C8CEE}"/>
          </ac:graphicFrameMkLst>
        </pc:graphicFrameChg>
        <pc:picChg chg="mod">
          <ac:chgData name="Gabriel Quintella" userId="0401f16030b3bbcc" providerId="LiveId" clId="{34403CA3-19C4-4EAD-9379-43EB9C3BF6B2}" dt="2022-02-20T19:17:45.238" v="3984" actId="26606"/>
          <ac:picMkLst>
            <pc:docMk/>
            <pc:sldMk cId="3488623268" sldId="354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20T19:29:22.243" v="4257" actId="1076"/>
          <ac:cxnSpMkLst>
            <pc:docMk/>
            <pc:sldMk cId="3488623268" sldId="354"/>
            <ac:cxnSpMk id="20" creationId="{E6BAFA14-567A-4DFD-8631-F802BE7D2506}"/>
          </ac:cxnSpMkLst>
        </pc:cxnChg>
        <pc:cxnChg chg="add mod">
          <ac:chgData name="Gabriel Quintella" userId="0401f16030b3bbcc" providerId="LiveId" clId="{34403CA3-19C4-4EAD-9379-43EB9C3BF6B2}" dt="2022-02-20T19:29:22.243" v="4257" actId="1076"/>
          <ac:cxnSpMkLst>
            <pc:docMk/>
            <pc:sldMk cId="3488623268" sldId="354"/>
            <ac:cxnSpMk id="21" creationId="{71D9065F-32BC-442D-BBBC-9E2FE27E7314}"/>
          </ac:cxnSpMkLst>
        </pc:cxnChg>
      </pc:sldChg>
      <pc:sldChg chg="delSp modSp add del ord setBg delDesignElem">
        <pc:chgData name="Gabriel Quintella" userId="0401f16030b3bbcc" providerId="LiveId" clId="{34403CA3-19C4-4EAD-9379-43EB9C3BF6B2}" dt="2022-02-20T19:23:07.630" v="4186" actId="47"/>
        <pc:sldMkLst>
          <pc:docMk/>
          <pc:sldMk cId="1493689431" sldId="355"/>
        </pc:sldMkLst>
        <pc:spChg chg="del">
          <ac:chgData name="Gabriel Quintella" userId="0401f16030b3bbcc" providerId="LiveId" clId="{34403CA3-19C4-4EAD-9379-43EB9C3BF6B2}" dt="2022-02-20T19:20:46.997" v="4158"/>
          <ac:spMkLst>
            <pc:docMk/>
            <pc:sldMk cId="1493689431" sldId="355"/>
            <ac:spMk id="9" creationId="{E91DC736-0EF8-4F87-9146-EBF1D2EE4D3D}"/>
          </ac:spMkLst>
        </pc:spChg>
        <pc:spChg chg="del">
          <ac:chgData name="Gabriel Quintella" userId="0401f16030b3bbcc" providerId="LiveId" clId="{34403CA3-19C4-4EAD-9379-43EB9C3BF6B2}" dt="2022-02-20T19:20:46.997" v="4158"/>
          <ac:spMkLst>
            <pc:docMk/>
            <pc:sldMk cId="1493689431" sldId="355"/>
            <ac:spMk id="11" creationId="{097CD68E-23E3-4007-8847-CD0944C4F7BE}"/>
          </ac:spMkLst>
        </pc:spChg>
        <pc:spChg chg="del">
          <ac:chgData name="Gabriel Quintella" userId="0401f16030b3bbcc" providerId="LiveId" clId="{34403CA3-19C4-4EAD-9379-43EB9C3BF6B2}" dt="2022-02-20T19:20:46.997" v="4158"/>
          <ac:spMkLst>
            <pc:docMk/>
            <pc:sldMk cId="1493689431" sldId="355"/>
            <ac:spMk id="13" creationId="{AF2F604E-43BE-4DC3-B983-E071523364F8}"/>
          </ac:spMkLst>
        </pc:spChg>
        <pc:spChg chg="del">
          <ac:chgData name="Gabriel Quintella" userId="0401f16030b3bbcc" providerId="LiveId" clId="{34403CA3-19C4-4EAD-9379-43EB9C3BF6B2}" dt="2022-02-20T19:20:46.997" v="4158"/>
          <ac:spMkLst>
            <pc:docMk/>
            <pc:sldMk cId="1493689431" sldId="355"/>
            <ac:spMk id="15" creationId="{08C9B587-E65E-4B52-B37C-ABEBB6E87928}"/>
          </ac:spMkLst>
        </pc:spChg>
        <pc:graphicFrameChg chg="mod">
          <ac:chgData name="Gabriel Quintella" userId="0401f16030b3bbcc" providerId="LiveId" clId="{34403CA3-19C4-4EAD-9379-43EB9C3BF6B2}" dt="2022-02-20T19:22:08.687" v="4178" actId="478"/>
          <ac:graphicFrameMkLst>
            <pc:docMk/>
            <pc:sldMk cId="1493689431" sldId="355"/>
            <ac:graphicFrameMk id="18" creationId="{62E93942-BDCB-46D5-B4D3-7FFA528C8CEE}"/>
          </ac:graphicFrameMkLst>
        </pc:graphicFrameChg>
      </pc:sldChg>
      <pc:sldChg chg="addSp delSp modSp add mod ord setBg setClrOvrMap delDesignElem">
        <pc:chgData name="Gabriel Quintella" userId="0401f16030b3bbcc" providerId="LiveId" clId="{34403CA3-19C4-4EAD-9379-43EB9C3BF6B2}" dt="2022-02-20T19:31:14.750" v="4282"/>
        <pc:sldMkLst>
          <pc:docMk/>
          <pc:sldMk cId="3490373264" sldId="356"/>
        </pc:sldMkLst>
        <pc:spChg chg="del mod">
          <ac:chgData name="Gabriel Quintella" userId="0401f16030b3bbcc" providerId="LiveId" clId="{34403CA3-19C4-4EAD-9379-43EB9C3BF6B2}" dt="2022-02-20T19:22:59.138" v="4184" actId="478"/>
          <ac:spMkLst>
            <pc:docMk/>
            <pc:sldMk cId="3490373264" sldId="356"/>
            <ac:spMk id="2" creationId="{A22A48B3-5314-4374-A82C-5EA1D94D2747}"/>
          </ac:spMkLst>
        </pc:spChg>
        <pc:spChg chg="add mod">
          <ac:chgData name="Gabriel Quintella" userId="0401f16030b3bbcc" providerId="LiveId" clId="{34403CA3-19C4-4EAD-9379-43EB9C3BF6B2}" dt="2022-02-20T19:27:56.272" v="4248" actId="20577"/>
          <ac:spMkLst>
            <pc:docMk/>
            <pc:sldMk cId="3490373264" sldId="356"/>
            <ac:spMk id="3" creationId="{DBDC2F83-15D0-400D-9306-931A24398F7A}"/>
          </ac:spMkLst>
        </pc:spChg>
        <pc:spChg chg="add">
          <ac:chgData name="Gabriel Quintella" userId="0401f16030b3bbcc" providerId="LiveId" clId="{34403CA3-19C4-4EAD-9379-43EB9C3BF6B2}" dt="2022-02-20T19:22:37.095" v="4181" actId="26606"/>
          <ac:spMkLst>
            <pc:docMk/>
            <pc:sldMk cId="3490373264" sldId="356"/>
            <ac:spMk id="9" creationId="{E91DC736-0EF8-4F87-9146-EBF1D2EE4D3D}"/>
          </ac:spMkLst>
        </pc:spChg>
        <pc:spChg chg="add">
          <ac:chgData name="Gabriel Quintella" userId="0401f16030b3bbcc" providerId="LiveId" clId="{34403CA3-19C4-4EAD-9379-43EB9C3BF6B2}" dt="2022-02-20T19:22:37.095" v="4181" actId="26606"/>
          <ac:spMkLst>
            <pc:docMk/>
            <pc:sldMk cId="3490373264" sldId="356"/>
            <ac:spMk id="11" creationId="{097CD68E-23E3-4007-8847-CD0944C4F7BE}"/>
          </ac:spMkLst>
        </pc:spChg>
        <pc:spChg chg="add">
          <ac:chgData name="Gabriel Quintella" userId="0401f16030b3bbcc" providerId="LiveId" clId="{34403CA3-19C4-4EAD-9379-43EB9C3BF6B2}" dt="2022-02-20T19:22:37.095" v="4181" actId="26606"/>
          <ac:spMkLst>
            <pc:docMk/>
            <pc:sldMk cId="3490373264" sldId="356"/>
            <ac:spMk id="13" creationId="{AF2F604E-43BE-4DC3-B983-E071523364F8}"/>
          </ac:spMkLst>
        </pc:spChg>
        <pc:spChg chg="add">
          <ac:chgData name="Gabriel Quintella" userId="0401f16030b3bbcc" providerId="LiveId" clId="{34403CA3-19C4-4EAD-9379-43EB9C3BF6B2}" dt="2022-02-20T19:22:37.095" v="4181" actId="26606"/>
          <ac:spMkLst>
            <pc:docMk/>
            <pc:sldMk cId="3490373264" sldId="356"/>
            <ac:spMk id="15" creationId="{08C9B587-E65E-4B52-B37C-ABEBB6E87928}"/>
          </ac:spMkLst>
        </pc:spChg>
        <pc:spChg chg="del">
          <ac:chgData name="Gabriel Quintella" userId="0401f16030b3bbcc" providerId="LiveId" clId="{34403CA3-19C4-4EAD-9379-43EB9C3BF6B2}" dt="2022-02-20T19:22:33.638" v="4180"/>
          <ac:spMkLst>
            <pc:docMk/>
            <pc:sldMk cId="3490373264" sldId="356"/>
            <ac:spMk id="20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22:33.638" v="4180"/>
          <ac:spMkLst>
            <pc:docMk/>
            <pc:sldMk cId="3490373264" sldId="356"/>
            <ac:spMk id="22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22:33.638" v="4180"/>
          <ac:spMkLst>
            <pc:docMk/>
            <pc:sldMk cId="3490373264" sldId="356"/>
            <ac:spMk id="24" creationId="{79F40191-0F44-4FD1-82CC-ACB507C14BE6}"/>
          </ac:spMkLst>
        </pc:spChg>
        <pc:graphicFrameChg chg="add mod">
          <ac:chgData name="Gabriel Quintella" userId="0401f16030b3bbcc" providerId="LiveId" clId="{34403CA3-19C4-4EAD-9379-43EB9C3BF6B2}" dt="2022-02-20T19:31:14.750" v="4282"/>
          <ac:graphicFrameMkLst>
            <pc:docMk/>
            <pc:sldMk cId="3490373264" sldId="356"/>
            <ac:graphicFrameMk id="12" creationId="{50979257-E577-44AD-93FC-2187061E1718}"/>
          </ac:graphicFrameMkLst>
        </pc:graphicFrameChg>
        <pc:picChg chg="mod">
          <ac:chgData name="Gabriel Quintella" userId="0401f16030b3bbcc" providerId="LiveId" clId="{34403CA3-19C4-4EAD-9379-43EB9C3BF6B2}" dt="2022-02-20T19:22:37.095" v="4181" actId="26606"/>
          <ac:picMkLst>
            <pc:docMk/>
            <pc:sldMk cId="3490373264" sldId="356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20T19:28:15.226" v="4250" actId="14100"/>
          <ac:cxnSpMkLst>
            <pc:docMk/>
            <pc:sldMk cId="3490373264" sldId="356"/>
            <ac:cxnSpMk id="6" creationId="{60D64C36-19DF-4860-A3D6-BF4238B4668B}"/>
          </ac:cxnSpMkLst>
        </pc:cxnChg>
        <pc:cxnChg chg="add">
          <ac:chgData name="Gabriel Quintella" userId="0401f16030b3bbcc" providerId="LiveId" clId="{34403CA3-19C4-4EAD-9379-43EB9C3BF6B2}" dt="2022-02-20T19:28:28.325" v="4251" actId="11529"/>
          <ac:cxnSpMkLst>
            <pc:docMk/>
            <pc:sldMk cId="3490373264" sldId="356"/>
            <ac:cxnSpMk id="10" creationId="{77B44CDA-A1F0-4C69-8737-22EC0F4D64DF}"/>
          </ac:cxnSpMkLst>
        </pc:cxnChg>
      </pc:sldChg>
      <pc:sldChg chg="addSp delSp modSp add mod ord setBg setClrOvrMap delDesignElem">
        <pc:chgData name="Gabriel Quintella" userId="0401f16030b3bbcc" providerId="LiveId" clId="{34403CA3-19C4-4EAD-9379-43EB9C3BF6B2}" dt="2022-02-20T19:31:04.071" v="4281" actId="20577"/>
        <pc:sldMkLst>
          <pc:docMk/>
          <pc:sldMk cId="234330816" sldId="357"/>
        </pc:sldMkLst>
        <pc:spChg chg="add mod">
          <ac:chgData name="Gabriel Quintella" userId="0401f16030b3bbcc" providerId="LiveId" clId="{34403CA3-19C4-4EAD-9379-43EB9C3BF6B2}" dt="2022-02-20T19:29:00.202" v="4253" actId="1076"/>
          <ac:spMkLst>
            <pc:docMk/>
            <pc:sldMk cId="234330816" sldId="357"/>
            <ac:spMk id="12" creationId="{66ECC1FF-976D-488A-8EFB-88039D80B738}"/>
          </ac:spMkLst>
        </pc:spChg>
        <pc:spChg chg="del mod">
          <ac:chgData name="Gabriel Quintella" userId="0401f16030b3bbcc" providerId="LiveId" clId="{34403CA3-19C4-4EAD-9379-43EB9C3BF6B2}" dt="2022-02-20T19:23:33.143" v="4192" actId="478"/>
          <ac:spMkLst>
            <pc:docMk/>
            <pc:sldMk cId="234330816" sldId="357"/>
            <ac:spMk id="14" creationId="{41CBDBDA-539C-45EB-BC8B-9B2522656B83}"/>
          </ac:spMkLst>
        </pc:spChg>
        <pc:spChg chg="add">
          <ac:chgData name="Gabriel Quintella" userId="0401f16030b3bbcc" providerId="LiveId" clId="{34403CA3-19C4-4EAD-9379-43EB9C3BF6B2}" dt="2022-02-20T19:23:19.205" v="4189" actId="26606"/>
          <ac:spMkLst>
            <pc:docMk/>
            <pc:sldMk cId="234330816" sldId="357"/>
            <ac:spMk id="19" creationId="{E91DC736-0EF8-4F87-9146-EBF1D2EE4D3D}"/>
          </ac:spMkLst>
        </pc:spChg>
        <pc:spChg chg="del">
          <ac:chgData name="Gabriel Quintella" userId="0401f16030b3bbcc" providerId="LiveId" clId="{34403CA3-19C4-4EAD-9379-43EB9C3BF6B2}" dt="2022-02-20T19:23:14.170" v="4188"/>
          <ac:spMkLst>
            <pc:docMk/>
            <pc:sldMk cId="234330816" sldId="357"/>
            <ac:spMk id="20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23:19.205" v="4189" actId="26606"/>
          <ac:spMkLst>
            <pc:docMk/>
            <pc:sldMk cId="234330816" sldId="357"/>
            <ac:spMk id="21" creationId="{097CD68E-23E3-4007-8847-CD0944C4F7BE}"/>
          </ac:spMkLst>
        </pc:spChg>
        <pc:spChg chg="del">
          <ac:chgData name="Gabriel Quintella" userId="0401f16030b3bbcc" providerId="LiveId" clId="{34403CA3-19C4-4EAD-9379-43EB9C3BF6B2}" dt="2022-02-20T19:23:14.170" v="4188"/>
          <ac:spMkLst>
            <pc:docMk/>
            <pc:sldMk cId="234330816" sldId="357"/>
            <ac:spMk id="22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9:23:19.205" v="4189" actId="26606"/>
          <ac:spMkLst>
            <pc:docMk/>
            <pc:sldMk cId="234330816" sldId="357"/>
            <ac:spMk id="23" creationId="{AF2F604E-43BE-4DC3-B983-E071523364F8}"/>
          </ac:spMkLst>
        </pc:spChg>
        <pc:spChg chg="del">
          <ac:chgData name="Gabriel Quintella" userId="0401f16030b3bbcc" providerId="LiveId" clId="{34403CA3-19C4-4EAD-9379-43EB9C3BF6B2}" dt="2022-02-20T19:23:14.170" v="4188"/>
          <ac:spMkLst>
            <pc:docMk/>
            <pc:sldMk cId="234330816" sldId="357"/>
            <ac:spMk id="24" creationId="{79F40191-0F44-4FD1-82CC-ACB507C14BE6}"/>
          </ac:spMkLst>
        </pc:spChg>
        <pc:spChg chg="add">
          <ac:chgData name="Gabriel Quintella" userId="0401f16030b3bbcc" providerId="LiveId" clId="{34403CA3-19C4-4EAD-9379-43EB9C3BF6B2}" dt="2022-02-20T19:23:19.205" v="4189" actId="26606"/>
          <ac:spMkLst>
            <pc:docMk/>
            <pc:sldMk cId="234330816" sldId="357"/>
            <ac:spMk id="25" creationId="{08C9B587-E65E-4B52-B37C-ABEBB6E87928}"/>
          </ac:spMkLst>
        </pc:spChg>
        <pc:graphicFrameChg chg="add mod">
          <ac:chgData name="Gabriel Quintella" userId="0401f16030b3bbcc" providerId="LiveId" clId="{34403CA3-19C4-4EAD-9379-43EB9C3BF6B2}" dt="2022-02-20T19:31:04.071" v="4281" actId="20577"/>
          <ac:graphicFrameMkLst>
            <pc:docMk/>
            <pc:sldMk cId="234330816" sldId="357"/>
            <ac:graphicFrameMk id="11" creationId="{5176D657-D497-49BC-AA54-A7C6F17270EC}"/>
          </ac:graphicFrameMkLst>
        </pc:graphicFrameChg>
        <pc:picChg chg="mod">
          <ac:chgData name="Gabriel Quintella" userId="0401f16030b3bbcc" providerId="LiveId" clId="{34403CA3-19C4-4EAD-9379-43EB9C3BF6B2}" dt="2022-02-20T19:23:19.205" v="4189" actId="26606"/>
          <ac:picMkLst>
            <pc:docMk/>
            <pc:sldMk cId="234330816" sldId="357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20T19:29:00.202" v="4253" actId="1076"/>
          <ac:cxnSpMkLst>
            <pc:docMk/>
            <pc:sldMk cId="234330816" sldId="357"/>
            <ac:cxnSpMk id="13" creationId="{40AA78C2-81B5-431C-857E-339527D3A6B1}"/>
          </ac:cxnSpMkLst>
        </pc:cxnChg>
        <pc:cxnChg chg="add mod">
          <ac:chgData name="Gabriel Quintella" userId="0401f16030b3bbcc" providerId="LiveId" clId="{34403CA3-19C4-4EAD-9379-43EB9C3BF6B2}" dt="2022-02-20T19:29:00.202" v="4253" actId="1076"/>
          <ac:cxnSpMkLst>
            <pc:docMk/>
            <pc:sldMk cId="234330816" sldId="357"/>
            <ac:cxnSpMk id="15" creationId="{9A13350D-96BD-4534-BF22-0FDEB7779B1F}"/>
          </ac:cxnSpMkLst>
        </pc:cxnChg>
      </pc:sldChg>
      <pc:sldChg chg="addSp delSp modSp add mod ord setBg setClrOvrMap delDesignElem">
        <pc:chgData name="Gabriel Quintella" userId="0401f16030b3bbcc" providerId="LiveId" clId="{34403CA3-19C4-4EAD-9379-43EB9C3BF6B2}" dt="2022-02-20T19:43:19.711" v="4556" actId="20577"/>
        <pc:sldMkLst>
          <pc:docMk/>
          <pc:sldMk cId="3104337804" sldId="358"/>
        </pc:sldMkLst>
        <pc:spChg chg="del mod">
          <ac:chgData name="Gabriel Quintella" userId="0401f16030b3bbcc" providerId="LiveId" clId="{34403CA3-19C4-4EAD-9379-43EB9C3BF6B2}" dt="2022-02-20T19:32:05.310" v="4289" actId="478"/>
          <ac:spMkLst>
            <pc:docMk/>
            <pc:sldMk cId="3104337804" sldId="358"/>
            <ac:spMk id="2" creationId="{A22A48B3-5314-4374-A82C-5EA1D94D2747}"/>
          </ac:spMkLst>
        </pc:spChg>
        <pc:spChg chg="add mod">
          <ac:chgData name="Gabriel Quintella" userId="0401f16030b3bbcc" providerId="LiveId" clId="{34403CA3-19C4-4EAD-9379-43EB9C3BF6B2}" dt="2022-02-20T19:42:35.409" v="4543" actId="1076"/>
          <ac:spMkLst>
            <pc:docMk/>
            <pc:sldMk cId="3104337804" sldId="358"/>
            <ac:spMk id="6" creationId="{86D4E4AA-191B-49D9-B197-EBB39B0E027A}"/>
          </ac:spMkLst>
        </pc:spChg>
        <pc:spChg chg="add">
          <ac:chgData name="Gabriel Quintella" userId="0401f16030b3bbcc" providerId="LiveId" clId="{34403CA3-19C4-4EAD-9379-43EB9C3BF6B2}" dt="2022-02-20T19:31:50.110" v="4288" actId="26606"/>
          <ac:spMkLst>
            <pc:docMk/>
            <pc:sldMk cId="3104337804" sldId="358"/>
            <ac:spMk id="9" creationId="{E91DC736-0EF8-4F87-9146-EBF1D2EE4D3D}"/>
          </ac:spMkLst>
        </pc:spChg>
        <pc:spChg chg="add">
          <ac:chgData name="Gabriel Quintella" userId="0401f16030b3bbcc" providerId="LiveId" clId="{34403CA3-19C4-4EAD-9379-43EB9C3BF6B2}" dt="2022-02-20T19:31:50.110" v="4288" actId="26606"/>
          <ac:spMkLst>
            <pc:docMk/>
            <pc:sldMk cId="3104337804" sldId="358"/>
            <ac:spMk id="11" creationId="{097CD68E-23E3-4007-8847-CD0944C4F7BE}"/>
          </ac:spMkLst>
        </pc:spChg>
        <pc:spChg chg="add">
          <ac:chgData name="Gabriel Quintella" userId="0401f16030b3bbcc" providerId="LiveId" clId="{34403CA3-19C4-4EAD-9379-43EB9C3BF6B2}" dt="2022-02-20T19:31:50.110" v="4288" actId="26606"/>
          <ac:spMkLst>
            <pc:docMk/>
            <pc:sldMk cId="3104337804" sldId="358"/>
            <ac:spMk id="13" creationId="{AF2F604E-43BE-4DC3-B983-E071523364F8}"/>
          </ac:spMkLst>
        </pc:spChg>
        <pc:spChg chg="add mod">
          <ac:chgData name="Gabriel Quintella" userId="0401f16030b3bbcc" providerId="LiveId" clId="{34403CA3-19C4-4EAD-9379-43EB9C3BF6B2}" dt="2022-02-20T19:43:19.711" v="4556" actId="20577"/>
          <ac:spMkLst>
            <pc:docMk/>
            <pc:sldMk cId="3104337804" sldId="358"/>
            <ac:spMk id="14" creationId="{C7D5B053-8971-4202-B444-1611F2359623}"/>
          </ac:spMkLst>
        </pc:spChg>
        <pc:spChg chg="add">
          <ac:chgData name="Gabriel Quintella" userId="0401f16030b3bbcc" providerId="LiveId" clId="{34403CA3-19C4-4EAD-9379-43EB9C3BF6B2}" dt="2022-02-20T19:31:50.110" v="4288" actId="26606"/>
          <ac:spMkLst>
            <pc:docMk/>
            <pc:sldMk cId="3104337804" sldId="358"/>
            <ac:spMk id="15" creationId="{08C9B587-E65E-4B52-B37C-ABEBB6E87928}"/>
          </ac:spMkLst>
        </pc:spChg>
        <pc:spChg chg="add mod">
          <ac:chgData name="Gabriel Quintella" userId="0401f16030b3bbcc" providerId="LiveId" clId="{34403CA3-19C4-4EAD-9379-43EB9C3BF6B2}" dt="2022-02-20T19:42:02.928" v="4536" actId="1036"/>
          <ac:spMkLst>
            <pc:docMk/>
            <pc:sldMk cId="3104337804" sldId="358"/>
            <ac:spMk id="16" creationId="{228DB428-55DC-4513-BD87-527E8050B487}"/>
          </ac:spMkLst>
        </pc:spChg>
        <pc:spChg chg="add mod">
          <ac:chgData name="Gabriel Quintella" userId="0401f16030b3bbcc" providerId="LiveId" clId="{34403CA3-19C4-4EAD-9379-43EB9C3BF6B2}" dt="2022-02-20T19:42:02.928" v="4536" actId="1036"/>
          <ac:spMkLst>
            <pc:docMk/>
            <pc:sldMk cId="3104337804" sldId="358"/>
            <ac:spMk id="17" creationId="{FFA3EA8F-E042-4563-B72F-FDA9BECD00D1}"/>
          </ac:spMkLst>
        </pc:spChg>
        <pc:spChg chg="add mod">
          <ac:chgData name="Gabriel Quintella" userId="0401f16030b3bbcc" providerId="LiveId" clId="{34403CA3-19C4-4EAD-9379-43EB9C3BF6B2}" dt="2022-02-20T19:42:50.167" v="4548" actId="1076"/>
          <ac:spMkLst>
            <pc:docMk/>
            <pc:sldMk cId="3104337804" sldId="358"/>
            <ac:spMk id="18" creationId="{3FB56A93-B649-4DFA-BF69-21AB75BF5127}"/>
          </ac:spMkLst>
        </pc:spChg>
        <pc:spChg chg="add mod">
          <ac:chgData name="Gabriel Quintella" userId="0401f16030b3bbcc" providerId="LiveId" clId="{34403CA3-19C4-4EAD-9379-43EB9C3BF6B2}" dt="2022-02-20T19:42:56.747" v="4550" actId="1076"/>
          <ac:spMkLst>
            <pc:docMk/>
            <pc:sldMk cId="3104337804" sldId="358"/>
            <ac:spMk id="19" creationId="{4C6A0E0B-8135-41F4-A4FB-B85E2BC22290}"/>
          </ac:spMkLst>
        </pc:spChg>
        <pc:spChg chg="del">
          <ac:chgData name="Gabriel Quintella" userId="0401f16030b3bbcc" providerId="LiveId" clId="{34403CA3-19C4-4EAD-9379-43EB9C3BF6B2}" dt="2022-02-20T19:31:43.898" v="4285"/>
          <ac:spMkLst>
            <pc:docMk/>
            <pc:sldMk cId="3104337804" sldId="358"/>
            <ac:spMk id="25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31:43.898" v="4285"/>
          <ac:spMkLst>
            <pc:docMk/>
            <pc:sldMk cId="3104337804" sldId="358"/>
            <ac:spMk id="27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31:43.898" v="4285"/>
          <ac:spMkLst>
            <pc:docMk/>
            <pc:sldMk cId="3104337804" sldId="358"/>
            <ac:spMk id="29" creationId="{79F40191-0F44-4FD1-82CC-ACB507C14BE6}"/>
          </ac:spMkLst>
        </pc:spChg>
        <pc:graphicFrameChg chg="add mod">
          <ac:chgData name="Gabriel Quintella" userId="0401f16030b3bbcc" providerId="LiveId" clId="{34403CA3-19C4-4EAD-9379-43EB9C3BF6B2}" dt="2022-02-20T19:38:37.706" v="4412" actId="313"/>
          <ac:graphicFrameMkLst>
            <pc:docMk/>
            <pc:sldMk cId="3104337804" sldId="358"/>
            <ac:graphicFrameMk id="12" creationId="{34494379-332B-4A83-8DEC-C2F375E608EE}"/>
          </ac:graphicFrameMkLst>
        </pc:graphicFrameChg>
        <pc:picChg chg="mod">
          <ac:chgData name="Gabriel Quintella" userId="0401f16030b3bbcc" providerId="LiveId" clId="{34403CA3-19C4-4EAD-9379-43EB9C3BF6B2}" dt="2022-02-20T19:31:50.110" v="4288" actId="26606"/>
          <ac:picMkLst>
            <pc:docMk/>
            <pc:sldMk cId="3104337804" sldId="358"/>
            <ac:picMk id="4" creationId="{8FBED80D-7006-4868-BD2E-0119D360BC36}"/>
          </ac:picMkLst>
        </pc:picChg>
        <pc:cxnChg chg="add del mod">
          <ac:chgData name="Gabriel Quintella" userId="0401f16030b3bbcc" providerId="LiveId" clId="{34403CA3-19C4-4EAD-9379-43EB9C3BF6B2}" dt="2022-02-20T19:41:54.845" v="4516" actId="11529"/>
          <ac:cxnSpMkLst>
            <pc:docMk/>
            <pc:sldMk cId="3104337804" sldId="358"/>
            <ac:cxnSpMk id="5" creationId="{0CBFBE51-2386-404B-B235-38CD5C32EB49}"/>
          </ac:cxnSpMkLst>
        </pc:cxnChg>
      </pc:sldChg>
      <pc:sldChg chg="addSp delSp modSp add mod ord setBg setClrOvrMap delDesignElem">
        <pc:chgData name="Gabriel Quintella" userId="0401f16030b3bbcc" providerId="LiveId" clId="{34403CA3-19C4-4EAD-9379-43EB9C3BF6B2}" dt="2022-02-20T19:34:00.538" v="4314"/>
        <pc:sldMkLst>
          <pc:docMk/>
          <pc:sldMk cId="2440338001" sldId="359"/>
        </pc:sldMkLst>
        <pc:spChg chg="del mod">
          <ac:chgData name="Gabriel Quintella" userId="0401f16030b3bbcc" providerId="LiveId" clId="{34403CA3-19C4-4EAD-9379-43EB9C3BF6B2}" dt="2022-02-20T19:33:26.045" v="4306" actId="478"/>
          <ac:spMkLst>
            <pc:docMk/>
            <pc:sldMk cId="2440338001" sldId="359"/>
            <ac:spMk id="2" creationId="{A22A48B3-5314-4374-A82C-5EA1D94D2747}"/>
          </ac:spMkLst>
        </pc:spChg>
        <pc:spChg chg="add">
          <ac:chgData name="Gabriel Quintella" userId="0401f16030b3bbcc" providerId="LiveId" clId="{34403CA3-19C4-4EAD-9379-43EB9C3BF6B2}" dt="2022-02-20T19:33:16.449" v="4305" actId="26606"/>
          <ac:spMkLst>
            <pc:docMk/>
            <pc:sldMk cId="2440338001" sldId="359"/>
            <ac:spMk id="9" creationId="{E91DC736-0EF8-4F87-9146-EBF1D2EE4D3D}"/>
          </ac:spMkLst>
        </pc:spChg>
        <pc:spChg chg="add">
          <ac:chgData name="Gabriel Quintella" userId="0401f16030b3bbcc" providerId="LiveId" clId="{34403CA3-19C4-4EAD-9379-43EB9C3BF6B2}" dt="2022-02-20T19:33:16.449" v="4305" actId="26606"/>
          <ac:spMkLst>
            <pc:docMk/>
            <pc:sldMk cId="2440338001" sldId="359"/>
            <ac:spMk id="11" creationId="{097CD68E-23E3-4007-8847-CD0944C4F7BE}"/>
          </ac:spMkLst>
        </pc:spChg>
        <pc:spChg chg="add">
          <ac:chgData name="Gabriel Quintella" userId="0401f16030b3bbcc" providerId="LiveId" clId="{34403CA3-19C4-4EAD-9379-43EB9C3BF6B2}" dt="2022-02-20T19:33:16.449" v="4305" actId="26606"/>
          <ac:spMkLst>
            <pc:docMk/>
            <pc:sldMk cId="2440338001" sldId="359"/>
            <ac:spMk id="13" creationId="{AF2F604E-43BE-4DC3-B983-E071523364F8}"/>
          </ac:spMkLst>
        </pc:spChg>
        <pc:spChg chg="add">
          <ac:chgData name="Gabriel Quintella" userId="0401f16030b3bbcc" providerId="LiveId" clId="{34403CA3-19C4-4EAD-9379-43EB9C3BF6B2}" dt="2022-02-20T19:33:16.449" v="4305" actId="26606"/>
          <ac:spMkLst>
            <pc:docMk/>
            <pc:sldMk cId="2440338001" sldId="359"/>
            <ac:spMk id="15" creationId="{08C9B587-E65E-4B52-B37C-ABEBB6E87928}"/>
          </ac:spMkLst>
        </pc:spChg>
        <pc:spChg chg="del">
          <ac:chgData name="Gabriel Quintella" userId="0401f16030b3bbcc" providerId="LiveId" clId="{34403CA3-19C4-4EAD-9379-43EB9C3BF6B2}" dt="2022-02-20T19:33:05.005" v="4302"/>
          <ac:spMkLst>
            <pc:docMk/>
            <pc:sldMk cId="2440338001" sldId="359"/>
            <ac:spMk id="25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33:05.005" v="4302"/>
          <ac:spMkLst>
            <pc:docMk/>
            <pc:sldMk cId="2440338001" sldId="359"/>
            <ac:spMk id="27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33:05.005" v="4302"/>
          <ac:spMkLst>
            <pc:docMk/>
            <pc:sldMk cId="2440338001" sldId="359"/>
            <ac:spMk id="29" creationId="{79F40191-0F44-4FD1-82CC-ACB507C14BE6}"/>
          </ac:spMkLst>
        </pc:spChg>
        <pc:graphicFrameChg chg="add mod">
          <ac:chgData name="Gabriel Quintella" userId="0401f16030b3bbcc" providerId="LiveId" clId="{34403CA3-19C4-4EAD-9379-43EB9C3BF6B2}" dt="2022-02-20T19:34:00.538" v="4314"/>
          <ac:graphicFrameMkLst>
            <pc:docMk/>
            <pc:sldMk cId="2440338001" sldId="359"/>
            <ac:graphicFrameMk id="12" creationId="{ED72DD74-0769-4CFF-B93F-4FE7D7E3E1B5}"/>
          </ac:graphicFrameMkLst>
        </pc:graphicFrameChg>
        <pc:picChg chg="mod">
          <ac:chgData name="Gabriel Quintella" userId="0401f16030b3bbcc" providerId="LiveId" clId="{34403CA3-19C4-4EAD-9379-43EB9C3BF6B2}" dt="2022-02-20T19:33:16.449" v="4305" actId="26606"/>
          <ac:picMkLst>
            <pc:docMk/>
            <pc:sldMk cId="2440338001" sldId="359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34403CA3-19C4-4EAD-9379-43EB9C3BF6B2}" dt="2022-02-20T19:35:26.562" v="4332" actId="20577"/>
        <pc:sldMkLst>
          <pc:docMk/>
          <pc:sldMk cId="450382822" sldId="360"/>
        </pc:sldMkLst>
        <pc:spChg chg="mod">
          <ac:chgData name="Gabriel Quintella" userId="0401f16030b3bbcc" providerId="LiveId" clId="{34403CA3-19C4-4EAD-9379-43EB9C3BF6B2}" dt="2022-02-20T19:35:26.562" v="4332" actId="20577"/>
          <ac:spMkLst>
            <pc:docMk/>
            <pc:sldMk cId="450382822" sldId="360"/>
            <ac:spMk id="2" creationId="{A22A48B3-5314-4374-A82C-5EA1D94D2747}"/>
          </ac:spMkLst>
        </pc:spChg>
        <pc:spChg chg="add del">
          <ac:chgData name="Gabriel Quintella" userId="0401f16030b3bbcc" providerId="LiveId" clId="{34403CA3-19C4-4EAD-9379-43EB9C3BF6B2}" dt="2022-02-20T19:35:21.273" v="4322" actId="26606"/>
          <ac:spMkLst>
            <pc:docMk/>
            <pc:sldMk cId="450382822" sldId="360"/>
            <ac:spMk id="9" creationId="{E91DC736-0EF8-4F87-9146-EBF1D2EE4D3D}"/>
          </ac:spMkLst>
        </pc:spChg>
        <pc:spChg chg="add del">
          <ac:chgData name="Gabriel Quintella" userId="0401f16030b3bbcc" providerId="LiveId" clId="{34403CA3-19C4-4EAD-9379-43EB9C3BF6B2}" dt="2022-02-20T19:35:21.273" v="4322" actId="26606"/>
          <ac:spMkLst>
            <pc:docMk/>
            <pc:sldMk cId="450382822" sldId="360"/>
            <ac:spMk id="11" creationId="{097CD68E-23E3-4007-8847-CD0944C4F7BE}"/>
          </ac:spMkLst>
        </pc:spChg>
        <pc:spChg chg="add del">
          <ac:chgData name="Gabriel Quintella" userId="0401f16030b3bbcc" providerId="LiveId" clId="{34403CA3-19C4-4EAD-9379-43EB9C3BF6B2}" dt="2022-02-20T19:35:21.273" v="4322" actId="26606"/>
          <ac:spMkLst>
            <pc:docMk/>
            <pc:sldMk cId="450382822" sldId="360"/>
            <ac:spMk id="13" creationId="{AF2F604E-43BE-4DC3-B983-E071523364F8}"/>
          </ac:spMkLst>
        </pc:spChg>
        <pc:spChg chg="add del">
          <ac:chgData name="Gabriel Quintella" userId="0401f16030b3bbcc" providerId="LiveId" clId="{34403CA3-19C4-4EAD-9379-43EB9C3BF6B2}" dt="2022-02-20T19:35:21.273" v="4322" actId="26606"/>
          <ac:spMkLst>
            <pc:docMk/>
            <pc:sldMk cId="450382822" sldId="360"/>
            <ac:spMk id="15" creationId="{08C9B587-E65E-4B52-B37C-ABEBB6E87928}"/>
          </ac:spMkLst>
        </pc:spChg>
        <pc:spChg chg="add">
          <ac:chgData name="Gabriel Quintella" userId="0401f16030b3bbcc" providerId="LiveId" clId="{34403CA3-19C4-4EAD-9379-43EB9C3BF6B2}" dt="2022-02-20T19:35:21.273" v="4323" actId="26606"/>
          <ac:spMkLst>
            <pc:docMk/>
            <pc:sldMk cId="450382822" sldId="360"/>
            <ac:spMk id="17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35:21.273" v="4323" actId="26606"/>
          <ac:spMkLst>
            <pc:docMk/>
            <pc:sldMk cId="450382822" sldId="360"/>
            <ac:spMk id="18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9:35:21.273" v="4323" actId="26606"/>
          <ac:spMkLst>
            <pc:docMk/>
            <pc:sldMk cId="450382822" sldId="360"/>
            <ac:spMk id="19" creationId="{79F40191-0F44-4FD1-82CC-ACB507C14BE6}"/>
          </ac:spMkLst>
        </pc:spChg>
        <pc:spChg chg="del">
          <ac:chgData name="Gabriel Quintella" userId="0401f16030b3bbcc" providerId="LiveId" clId="{34403CA3-19C4-4EAD-9379-43EB9C3BF6B2}" dt="2022-02-20T19:35:10.908" v="4318"/>
          <ac:spMkLst>
            <pc:docMk/>
            <pc:sldMk cId="450382822" sldId="360"/>
            <ac:spMk id="25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35:10.908" v="4318"/>
          <ac:spMkLst>
            <pc:docMk/>
            <pc:sldMk cId="450382822" sldId="360"/>
            <ac:spMk id="27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35:10.908" v="4318"/>
          <ac:spMkLst>
            <pc:docMk/>
            <pc:sldMk cId="450382822" sldId="360"/>
            <ac:spMk id="29" creationId="{79F40191-0F44-4FD1-82CC-ACB507C14BE6}"/>
          </ac:spMkLst>
        </pc:spChg>
        <pc:picChg chg="mod">
          <ac:chgData name="Gabriel Quintella" userId="0401f16030b3bbcc" providerId="LiveId" clId="{34403CA3-19C4-4EAD-9379-43EB9C3BF6B2}" dt="2022-02-20T19:35:21.273" v="4322" actId="26606"/>
          <ac:picMkLst>
            <pc:docMk/>
            <pc:sldMk cId="450382822" sldId="360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34403CA3-19C4-4EAD-9379-43EB9C3BF6B2}" dt="2022-02-20T19:51:33.699" v="4623" actId="6549"/>
        <pc:sldMkLst>
          <pc:docMk/>
          <pc:sldMk cId="3221889715" sldId="361"/>
        </pc:sldMkLst>
        <pc:spChg chg="mod">
          <ac:chgData name="Gabriel Quintella" userId="0401f16030b3bbcc" providerId="LiveId" clId="{34403CA3-19C4-4EAD-9379-43EB9C3BF6B2}" dt="2022-02-20T19:51:33.699" v="4623" actId="6549"/>
          <ac:spMkLst>
            <pc:docMk/>
            <pc:sldMk cId="3221889715" sldId="361"/>
            <ac:spMk id="2" creationId="{A22A48B3-5314-4374-A82C-5EA1D94D2747}"/>
          </ac:spMkLst>
        </pc:spChg>
        <pc:spChg chg="add">
          <ac:chgData name="Gabriel Quintella" userId="0401f16030b3bbcc" providerId="LiveId" clId="{34403CA3-19C4-4EAD-9379-43EB9C3BF6B2}" dt="2022-02-20T19:45:58.884" v="4559" actId="26606"/>
          <ac:spMkLst>
            <pc:docMk/>
            <pc:sldMk cId="3221889715" sldId="361"/>
            <ac:spMk id="9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45:58.884" v="4559" actId="26606"/>
          <ac:spMkLst>
            <pc:docMk/>
            <pc:sldMk cId="3221889715" sldId="361"/>
            <ac:spMk id="11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9:45:58.884" v="4559" actId="26606"/>
          <ac:spMkLst>
            <pc:docMk/>
            <pc:sldMk cId="3221889715" sldId="361"/>
            <ac:spMk id="13" creationId="{79F40191-0F44-4FD1-82CC-ACB507C14BE6}"/>
          </ac:spMkLst>
        </pc:spChg>
        <pc:spChg chg="del">
          <ac:chgData name="Gabriel Quintella" userId="0401f16030b3bbcc" providerId="LiveId" clId="{34403CA3-19C4-4EAD-9379-43EB9C3BF6B2}" dt="2022-02-20T19:45:53.345" v="4558"/>
          <ac:spMkLst>
            <pc:docMk/>
            <pc:sldMk cId="3221889715" sldId="361"/>
            <ac:spMk id="17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45:53.345" v="4558"/>
          <ac:spMkLst>
            <pc:docMk/>
            <pc:sldMk cId="3221889715" sldId="361"/>
            <ac:spMk id="18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45:53.345" v="4558"/>
          <ac:spMkLst>
            <pc:docMk/>
            <pc:sldMk cId="3221889715" sldId="361"/>
            <ac:spMk id="19" creationId="{79F40191-0F44-4FD1-82CC-ACB507C14BE6}"/>
          </ac:spMkLst>
        </pc:spChg>
      </pc:sldChg>
      <pc:sldChg chg="addSp delSp modSp add mod ord">
        <pc:chgData name="Gabriel Quintella" userId="0401f16030b3bbcc" providerId="LiveId" clId="{34403CA3-19C4-4EAD-9379-43EB9C3BF6B2}" dt="2022-02-20T20:28:22.459" v="5255" actId="14100"/>
        <pc:sldMkLst>
          <pc:docMk/>
          <pc:sldMk cId="1855842436" sldId="362"/>
        </pc:sldMkLst>
        <pc:spChg chg="add mod">
          <ac:chgData name="Gabriel Quintella" userId="0401f16030b3bbcc" providerId="LiveId" clId="{34403CA3-19C4-4EAD-9379-43EB9C3BF6B2}" dt="2022-02-20T20:24:32.501" v="5235" actId="1076"/>
          <ac:spMkLst>
            <pc:docMk/>
            <pc:sldMk cId="1855842436" sldId="362"/>
            <ac:spMk id="5" creationId="{538827AA-9EF8-4A52-BB3C-C5D83A60B4CC}"/>
          </ac:spMkLst>
        </pc:spChg>
        <pc:spChg chg="del">
          <ac:chgData name="Gabriel Quintella" userId="0401f16030b3bbcc" providerId="LiveId" clId="{34403CA3-19C4-4EAD-9379-43EB9C3BF6B2}" dt="2022-02-20T19:53:48.060" v="4641" actId="478"/>
          <ac:spMkLst>
            <pc:docMk/>
            <pc:sldMk cId="1855842436" sldId="362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20T20:23:27.930" v="5229" actId="20577"/>
          <ac:spMkLst>
            <pc:docMk/>
            <pc:sldMk cId="1855842436" sldId="362"/>
            <ac:spMk id="7" creationId="{72773584-6C5D-4DCE-832E-4C58F29025DD}"/>
          </ac:spMkLst>
        </pc:spChg>
        <pc:spChg chg="add mod">
          <ac:chgData name="Gabriel Quintella" userId="0401f16030b3bbcc" providerId="LiveId" clId="{34403CA3-19C4-4EAD-9379-43EB9C3BF6B2}" dt="2022-02-20T20:27:01.229" v="5240"/>
          <ac:spMkLst>
            <pc:docMk/>
            <pc:sldMk cId="1855842436" sldId="362"/>
            <ac:spMk id="8" creationId="{5D2A0620-12CE-4CF9-A50D-530667F5C1DA}"/>
          </ac:spMkLst>
        </pc:spChg>
        <pc:spChg chg="add mod">
          <ac:chgData name="Gabriel Quintella" userId="0401f16030b3bbcc" providerId="LiveId" clId="{34403CA3-19C4-4EAD-9379-43EB9C3BF6B2}" dt="2022-02-20T20:27:01.229" v="5240"/>
          <ac:spMkLst>
            <pc:docMk/>
            <pc:sldMk cId="1855842436" sldId="362"/>
            <ac:spMk id="9" creationId="{FE722EB0-D7BC-45B5-AA7D-AC9335E41A2B}"/>
          </ac:spMkLst>
        </pc:spChg>
        <pc:spChg chg="add mod">
          <ac:chgData name="Gabriel Quintella" userId="0401f16030b3bbcc" providerId="LiveId" clId="{34403CA3-19C4-4EAD-9379-43EB9C3BF6B2}" dt="2022-02-20T20:27:01.229" v="5240"/>
          <ac:spMkLst>
            <pc:docMk/>
            <pc:sldMk cId="1855842436" sldId="362"/>
            <ac:spMk id="10" creationId="{BE44EDEE-EDCB-4E3F-ABCB-3E08843FC042}"/>
          </ac:spMkLst>
        </pc:spChg>
        <pc:picChg chg="add mod">
          <ac:chgData name="Gabriel Quintella" userId="0401f16030b3bbcc" providerId="LiveId" clId="{34403CA3-19C4-4EAD-9379-43EB9C3BF6B2}" dt="2022-02-20T20:28:08.919" v="5252" actId="1076"/>
          <ac:picMkLst>
            <pc:docMk/>
            <pc:sldMk cId="1855842436" sldId="362"/>
            <ac:picMk id="3" creationId="{AD4419F7-8B6C-4A9C-BB38-9C318ECF954B}"/>
          </ac:picMkLst>
        </pc:picChg>
        <pc:cxnChg chg="add mod">
          <ac:chgData name="Gabriel Quintella" userId="0401f16030b3bbcc" providerId="LiveId" clId="{34403CA3-19C4-4EAD-9379-43EB9C3BF6B2}" dt="2022-02-20T20:28:22.459" v="5255" actId="14100"/>
          <ac:cxnSpMkLst>
            <pc:docMk/>
            <pc:sldMk cId="1855842436" sldId="362"/>
            <ac:cxnSpMk id="12" creationId="{477D8CF0-F327-44DA-A400-A42AA39FEDAA}"/>
          </ac:cxnSpMkLst>
        </pc:cxnChg>
        <pc:cxnChg chg="add mod">
          <ac:chgData name="Gabriel Quintella" userId="0401f16030b3bbcc" providerId="LiveId" clId="{34403CA3-19C4-4EAD-9379-43EB9C3BF6B2}" dt="2022-02-20T20:28:16.719" v="5254" actId="14100"/>
          <ac:cxnSpMkLst>
            <pc:docMk/>
            <pc:sldMk cId="1855842436" sldId="362"/>
            <ac:cxnSpMk id="14" creationId="{EFF5C269-C901-4E7D-B132-018C1C69CF99}"/>
          </ac:cxnSpMkLst>
        </pc:cxnChg>
        <pc:cxnChg chg="add mod">
          <ac:chgData name="Gabriel Quintella" userId="0401f16030b3bbcc" providerId="LiveId" clId="{34403CA3-19C4-4EAD-9379-43EB9C3BF6B2}" dt="2022-02-20T20:28:13.015" v="5253" actId="14100"/>
          <ac:cxnSpMkLst>
            <pc:docMk/>
            <pc:sldMk cId="1855842436" sldId="362"/>
            <ac:cxnSpMk id="16" creationId="{EC12FA0A-0044-40B1-BE6C-182BBFA0F837}"/>
          </ac:cxnSpMkLst>
        </pc:cxnChg>
      </pc:sldChg>
      <pc:sldChg chg="addSp delSp modSp add mod setBg delDesignElem">
        <pc:chgData name="Gabriel Quintella" userId="0401f16030b3bbcc" providerId="LiveId" clId="{34403CA3-19C4-4EAD-9379-43EB9C3BF6B2}" dt="2022-02-20T19:51:45.290" v="4627" actId="6549"/>
        <pc:sldMkLst>
          <pc:docMk/>
          <pc:sldMk cId="2588576773" sldId="363"/>
        </pc:sldMkLst>
        <pc:spChg chg="mod">
          <ac:chgData name="Gabriel Quintella" userId="0401f16030b3bbcc" providerId="LiveId" clId="{34403CA3-19C4-4EAD-9379-43EB9C3BF6B2}" dt="2022-02-20T19:51:45.290" v="4627" actId="6549"/>
          <ac:spMkLst>
            <pc:docMk/>
            <pc:sldMk cId="2588576773" sldId="363"/>
            <ac:spMk id="2" creationId="{A22A48B3-5314-4374-A82C-5EA1D94D2747}"/>
          </ac:spMkLst>
        </pc:spChg>
        <pc:spChg chg="add">
          <ac:chgData name="Gabriel Quintella" userId="0401f16030b3bbcc" providerId="LiveId" clId="{34403CA3-19C4-4EAD-9379-43EB9C3BF6B2}" dt="2022-02-20T19:51:08.683" v="4611" actId="26606"/>
          <ac:spMkLst>
            <pc:docMk/>
            <pc:sldMk cId="2588576773" sldId="363"/>
            <ac:spMk id="6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51:08.683" v="4611" actId="26606"/>
          <ac:spMkLst>
            <pc:docMk/>
            <pc:sldMk cId="2588576773" sldId="363"/>
            <ac:spMk id="7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9:51:08.683" v="4611" actId="26606"/>
          <ac:spMkLst>
            <pc:docMk/>
            <pc:sldMk cId="2588576773" sldId="363"/>
            <ac:spMk id="8" creationId="{79F40191-0F44-4FD1-82CC-ACB507C14BE6}"/>
          </ac:spMkLst>
        </pc:spChg>
        <pc:spChg chg="del">
          <ac:chgData name="Gabriel Quintella" userId="0401f16030b3bbcc" providerId="LiveId" clId="{34403CA3-19C4-4EAD-9379-43EB9C3BF6B2}" dt="2022-02-20T19:50:59.177" v="4607"/>
          <ac:spMkLst>
            <pc:docMk/>
            <pc:sldMk cId="2588576773" sldId="363"/>
            <ac:spMk id="9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50:59.177" v="4607"/>
          <ac:spMkLst>
            <pc:docMk/>
            <pc:sldMk cId="2588576773" sldId="363"/>
            <ac:spMk id="11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50:59.177" v="4607"/>
          <ac:spMkLst>
            <pc:docMk/>
            <pc:sldMk cId="2588576773" sldId="363"/>
            <ac:spMk id="13" creationId="{79F40191-0F44-4FD1-82CC-ACB507C14BE6}"/>
          </ac:spMkLst>
        </pc:spChg>
      </pc:sldChg>
      <pc:sldChg chg="addSp delSp modSp add mod setBg delDesignElem">
        <pc:chgData name="Gabriel Quintella" userId="0401f16030b3bbcc" providerId="LiveId" clId="{34403CA3-19C4-4EAD-9379-43EB9C3BF6B2}" dt="2022-02-20T19:51:54.675" v="4637" actId="6549"/>
        <pc:sldMkLst>
          <pc:docMk/>
          <pc:sldMk cId="2056620712" sldId="364"/>
        </pc:sldMkLst>
        <pc:spChg chg="mod">
          <ac:chgData name="Gabriel Quintella" userId="0401f16030b3bbcc" providerId="LiveId" clId="{34403CA3-19C4-4EAD-9379-43EB9C3BF6B2}" dt="2022-02-20T19:51:54.675" v="4637" actId="6549"/>
          <ac:spMkLst>
            <pc:docMk/>
            <pc:sldMk cId="2056620712" sldId="364"/>
            <ac:spMk id="2" creationId="{A22A48B3-5314-4374-A82C-5EA1D94D2747}"/>
          </ac:spMkLst>
        </pc:spChg>
        <pc:spChg chg="add">
          <ac:chgData name="Gabriel Quintella" userId="0401f16030b3bbcc" providerId="LiveId" clId="{34403CA3-19C4-4EAD-9379-43EB9C3BF6B2}" dt="2022-02-20T19:51:04.951" v="4610" actId="26606"/>
          <ac:spMkLst>
            <pc:docMk/>
            <pc:sldMk cId="2056620712" sldId="364"/>
            <ac:spMk id="6" creationId="{5A59F003-E00A-43F9-91DC-CC54E3B87466}"/>
          </ac:spMkLst>
        </pc:spChg>
        <pc:spChg chg="add">
          <ac:chgData name="Gabriel Quintella" userId="0401f16030b3bbcc" providerId="LiveId" clId="{34403CA3-19C4-4EAD-9379-43EB9C3BF6B2}" dt="2022-02-20T19:51:04.951" v="4610" actId="26606"/>
          <ac:spMkLst>
            <pc:docMk/>
            <pc:sldMk cId="2056620712" sldId="364"/>
            <ac:spMk id="7" creationId="{D74A4382-E3AD-430A-9A1F-DFA3E0E77A7D}"/>
          </ac:spMkLst>
        </pc:spChg>
        <pc:spChg chg="add">
          <ac:chgData name="Gabriel Quintella" userId="0401f16030b3bbcc" providerId="LiveId" clId="{34403CA3-19C4-4EAD-9379-43EB9C3BF6B2}" dt="2022-02-20T19:51:04.951" v="4610" actId="26606"/>
          <ac:spMkLst>
            <pc:docMk/>
            <pc:sldMk cId="2056620712" sldId="364"/>
            <ac:spMk id="8" creationId="{79F40191-0F44-4FD1-82CC-ACB507C14BE6}"/>
          </ac:spMkLst>
        </pc:spChg>
        <pc:spChg chg="del">
          <ac:chgData name="Gabriel Quintella" userId="0401f16030b3bbcc" providerId="LiveId" clId="{34403CA3-19C4-4EAD-9379-43EB9C3BF6B2}" dt="2022-02-20T19:50:59.617" v="4609"/>
          <ac:spMkLst>
            <pc:docMk/>
            <pc:sldMk cId="2056620712" sldId="364"/>
            <ac:spMk id="9" creationId="{5A59F003-E00A-43F9-91DC-CC54E3B87466}"/>
          </ac:spMkLst>
        </pc:spChg>
        <pc:spChg chg="del">
          <ac:chgData name="Gabriel Quintella" userId="0401f16030b3bbcc" providerId="LiveId" clId="{34403CA3-19C4-4EAD-9379-43EB9C3BF6B2}" dt="2022-02-20T19:50:59.617" v="4609"/>
          <ac:spMkLst>
            <pc:docMk/>
            <pc:sldMk cId="2056620712" sldId="364"/>
            <ac:spMk id="11" creationId="{D74A4382-E3AD-430A-9A1F-DFA3E0E77A7D}"/>
          </ac:spMkLst>
        </pc:spChg>
        <pc:spChg chg="del">
          <ac:chgData name="Gabriel Quintella" userId="0401f16030b3bbcc" providerId="LiveId" clId="{34403CA3-19C4-4EAD-9379-43EB9C3BF6B2}" dt="2022-02-20T19:50:59.617" v="4609"/>
          <ac:spMkLst>
            <pc:docMk/>
            <pc:sldMk cId="2056620712" sldId="364"/>
            <ac:spMk id="13" creationId="{79F40191-0F44-4FD1-82CC-ACB507C14BE6}"/>
          </ac:spMkLst>
        </pc:spChg>
      </pc:sldChg>
      <pc:sldChg chg="addSp delSp modSp add mod ord">
        <pc:chgData name="Gabriel Quintella" userId="0401f16030b3bbcc" providerId="LiveId" clId="{34403CA3-19C4-4EAD-9379-43EB9C3BF6B2}" dt="2022-02-20T20:41:30.129" v="5307" actId="20577"/>
        <pc:sldMkLst>
          <pc:docMk/>
          <pc:sldMk cId="3238984353" sldId="365"/>
        </pc:sldMkLst>
        <pc:spChg chg="add mod">
          <ac:chgData name="Gabriel Quintella" userId="0401f16030b3bbcc" providerId="LiveId" clId="{34403CA3-19C4-4EAD-9379-43EB9C3BF6B2}" dt="2022-02-20T20:33:03.343" v="5261" actId="1076"/>
          <ac:spMkLst>
            <pc:docMk/>
            <pc:sldMk cId="3238984353" sldId="365"/>
            <ac:spMk id="5" creationId="{692F20D3-D121-4800-BBB5-5D659179DFCB}"/>
          </ac:spMkLst>
        </pc:spChg>
        <pc:spChg chg="del">
          <ac:chgData name="Gabriel Quintella" userId="0401f16030b3bbcc" providerId="LiveId" clId="{34403CA3-19C4-4EAD-9379-43EB9C3BF6B2}" dt="2022-02-20T20:33:06.799" v="5262" actId="478"/>
          <ac:spMkLst>
            <pc:docMk/>
            <pc:sldMk cId="3238984353" sldId="365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20T20:41:30.129" v="5307" actId="20577"/>
          <ac:spMkLst>
            <pc:docMk/>
            <pc:sldMk cId="3238984353" sldId="365"/>
            <ac:spMk id="7" creationId="{03229F84-A907-4031-A47D-2CB396C39A9A}"/>
          </ac:spMkLst>
        </pc:spChg>
        <pc:spChg chg="add mod">
          <ac:chgData name="Gabriel Quintella" userId="0401f16030b3bbcc" providerId="LiveId" clId="{34403CA3-19C4-4EAD-9379-43EB9C3BF6B2}" dt="2022-02-20T20:37:44.825" v="5268" actId="1582"/>
          <ac:spMkLst>
            <pc:docMk/>
            <pc:sldMk cId="3238984353" sldId="365"/>
            <ac:spMk id="8" creationId="{7D698699-B02F-4715-A9E9-7B60658A3A54}"/>
          </ac:spMkLst>
        </pc:spChg>
        <pc:spChg chg="add mod">
          <ac:chgData name="Gabriel Quintella" userId="0401f16030b3bbcc" providerId="LiveId" clId="{34403CA3-19C4-4EAD-9379-43EB9C3BF6B2}" dt="2022-02-20T20:38:12.397" v="5274" actId="14100"/>
          <ac:spMkLst>
            <pc:docMk/>
            <pc:sldMk cId="3238984353" sldId="365"/>
            <ac:spMk id="9" creationId="{319F67B7-E935-4C7F-B5A3-1E931B53B3D1}"/>
          </ac:spMkLst>
        </pc:spChg>
        <pc:spChg chg="add del">
          <ac:chgData name="Gabriel Quintella" userId="0401f16030b3bbcc" providerId="LiveId" clId="{34403CA3-19C4-4EAD-9379-43EB9C3BF6B2}" dt="2022-02-20T20:38:29.490" v="5276" actId="11529"/>
          <ac:spMkLst>
            <pc:docMk/>
            <pc:sldMk cId="3238984353" sldId="365"/>
            <ac:spMk id="10" creationId="{C59B3085-A2C9-4B04-9D87-61DCD8398DEE}"/>
          </ac:spMkLst>
        </pc:spChg>
        <pc:spChg chg="add mod">
          <ac:chgData name="Gabriel Quintella" userId="0401f16030b3bbcc" providerId="LiveId" clId="{34403CA3-19C4-4EAD-9379-43EB9C3BF6B2}" dt="2022-02-20T20:39:08.426" v="5282" actId="113"/>
          <ac:spMkLst>
            <pc:docMk/>
            <pc:sldMk cId="3238984353" sldId="365"/>
            <ac:spMk id="11" creationId="{156B639A-E90F-45EF-8406-889177A0ECF9}"/>
          </ac:spMkLst>
        </pc:spChg>
        <pc:spChg chg="add mod">
          <ac:chgData name="Gabriel Quintella" userId="0401f16030b3bbcc" providerId="LiveId" clId="{34403CA3-19C4-4EAD-9379-43EB9C3BF6B2}" dt="2022-02-20T20:40:57.525" v="5298" actId="14100"/>
          <ac:spMkLst>
            <pc:docMk/>
            <pc:sldMk cId="3238984353" sldId="365"/>
            <ac:spMk id="19" creationId="{A8FCB360-6F70-4D03-9C88-A75DD42BFCD9}"/>
          </ac:spMkLst>
        </pc:spChg>
        <pc:picChg chg="add mod">
          <ac:chgData name="Gabriel Quintella" userId="0401f16030b3bbcc" providerId="LiveId" clId="{34403CA3-19C4-4EAD-9379-43EB9C3BF6B2}" dt="2022-02-20T20:37:13.395" v="5264" actId="1076"/>
          <ac:picMkLst>
            <pc:docMk/>
            <pc:sldMk cId="3238984353" sldId="365"/>
            <ac:picMk id="3" creationId="{AF05786F-630E-4F33-BE67-789C8E98A897}"/>
          </ac:picMkLst>
        </pc:picChg>
        <pc:cxnChg chg="add mod">
          <ac:chgData name="Gabriel Quintella" userId="0401f16030b3bbcc" providerId="LiveId" clId="{34403CA3-19C4-4EAD-9379-43EB9C3BF6B2}" dt="2022-02-20T20:40:33.638" v="5292" actId="1582"/>
          <ac:cxnSpMkLst>
            <pc:docMk/>
            <pc:sldMk cId="3238984353" sldId="365"/>
            <ac:cxnSpMk id="13" creationId="{30782025-529F-4129-84AD-F347AA5A59CE}"/>
          </ac:cxnSpMkLst>
        </pc:cxnChg>
      </pc:sldChg>
      <pc:sldChg chg="addSp delSp modSp add mod">
        <pc:chgData name="Gabriel Quintella" userId="0401f16030b3bbcc" providerId="LiveId" clId="{34403CA3-19C4-4EAD-9379-43EB9C3BF6B2}" dt="2022-02-20T20:22:14.440" v="5220"/>
        <pc:sldMkLst>
          <pc:docMk/>
          <pc:sldMk cId="359001344" sldId="366"/>
        </pc:sldMkLst>
        <pc:spChg chg="add mod">
          <ac:chgData name="Gabriel Quintella" userId="0401f16030b3bbcc" providerId="LiveId" clId="{34403CA3-19C4-4EAD-9379-43EB9C3BF6B2}" dt="2022-02-20T20:19:02.436" v="5133" actId="20577"/>
          <ac:spMkLst>
            <pc:docMk/>
            <pc:sldMk cId="359001344" sldId="366"/>
            <ac:spMk id="5" creationId="{7665F70D-F285-46FE-97B2-8F0C23FC21AA}"/>
          </ac:spMkLst>
        </pc:spChg>
        <pc:spChg chg="del">
          <ac:chgData name="Gabriel Quintella" userId="0401f16030b3bbcc" providerId="LiveId" clId="{34403CA3-19C4-4EAD-9379-43EB9C3BF6B2}" dt="2022-02-20T19:53:30.914" v="4638" actId="478"/>
          <ac:spMkLst>
            <pc:docMk/>
            <pc:sldMk cId="359001344" sldId="366"/>
            <ac:spMk id="6" creationId="{B4392268-98F1-444B-AF0F-A8D0E0A55EBA}"/>
          </ac:spMkLst>
        </pc:spChg>
        <pc:spChg chg="add mod">
          <ac:chgData name="Gabriel Quintella" userId="0401f16030b3bbcc" providerId="LiveId" clId="{34403CA3-19C4-4EAD-9379-43EB9C3BF6B2}" dt="2022-02-20T20:18:15.796" v="5095" actId="2711"/>
          <ac:spMkLst>
            <pc:docMk/>
            <pc:sldMk cId="359001344" sldId="366"/>
            <ac:spMk id="7" creationId="{40368E53-9E9D-4014-B1EA-FDC7372B050F}"/>
          </ac:spMkLst>
        </pc:spChg>
        <pc:spChg chg="add mod">
          <ac:chgData name="Gabriel Quintella" userId="0401f16030b3bbcc" providerId="LiveId" clId="{34403CA3-19C4-4EAD-9379-43EB9C3BF6B2}" dt="2022-02-20T20:21:30.531" v="5216" actId="1037"/>
          <ac:spMkLst>
            <pc:docMk/>
            <pc:sldMk cId="359001344" sldId="366"/>
            <ac:spMk id="8" creationId="{DE0168F5-D9A2-46A9-ACE2-58D219506848}"/>
          </ac:spMkLst>
        </pc:spChg>
        <pc:spChg chg="add mod">
          <ac:chgData name="Gabriel Quintella" userId="0401f16030b3bbcc" providerId="LiveId" clId="{34403CA3-19C4-4EAD-9379-43EB9C3BF6B2}" dt="2022-02-20T20:21:24.697" v="5201" actId="1038"/>
          <ac:spMkLst>
            <pc:docMk/>
            <pc:sldMk cId="359001344" sldId="366"/>
            <ac:spMk id="9" creationId="{A3922A3D-12CB-4C7A-B914-3C610DEC39CE}"/>
          </ac:spMkLst>
        </pc:spChg>
        <pc:spChg chg="add mod">
          <ac:chgData name="Gabriel Quintella" userId="0401f16030b3bbcc" providerId="LiveId" clId="{34403CA3-19C4-4EAD-9379-43EB9C3BF6B2}" dt="2022-02-20T20:19:11.183" v="5152" actId="20577"/>
          <ac:spMkLst>
            <pc:docMk/>
            <pc:sldMk cId="359001344" sldId="366"/>
            <ac:spMk id="10" creationId="{4334B86D-CD2E-4924-963F-02F338AEAFCC}"/>
          </ac:spMkLst>
        </pc:spChg>
        <pc:spChg chg="add mod">
          <ac:chgData name="Gabriel Quintella" userId="0401f16030b3bbcc" providerId="LiveId" clId="{34403CA3-19C4-4EAD-9379-43EB9C3BF6B2}" dt="2022-02-20T20:19:14.774" v="5159" actId="20577"/>
          <ac:spMkLst>
            <pc:docMk/>
            <pc:sldMk cId="359001344" sldId="366"/>
            <ac:spMk id="11" creationId="{F07CB181-09A1-4D9B-956A-66FDD654B0A3}"/>
          </ac:spMkLst>
        </pc:spChg>
        <pc:spChg chg="add mod">
          <ac:chgData name="Gabriel Quintella" userId="0401f16030b3bbcc" providerId="LiveId" clId="{34403CA3-19C4-4EAD-9379-43EB9C3BF6B2}" dt="2022-02-20T20:22:14.440" v="5220"/>
          <ac:spMkLst>
            <pc:docMk/>
            <pc:sldMk cId="359001344" sldId="366"/>
            <ac:spMk id="22" creationId="{E04A8C60-CA37-4854-BE8B-8720FB6DC9F7}"/>
          </ac:spMkLst>
        </pc:spChg>
        <pc:picChg chg="add mod">
          <ac:chgData name="Gabriel Quintella" userId="0401f16030b3bbcc" providerId="LiveId" clId="{34403CA3-19C4-4EAD-9379-43EB9C3BF6B2}" dt="2022-02-20T20:19:32.330" v="5162" actId="1076"/>
          <ac:picMkLst>
            <pc:docMk/>
            <pc:sldMk cId="359001344" sldId="366"/>
            <ac:picMk id="3" creationId="{44AA2E52-DA03-4AC6-9D99-F569A8E468E9}"/>
          </ac:picMkLst>
        </pc:picChg>
        <pc:picChg chg="mod">
          <ac:chgData name="Gabriel Quintella" userId="0401f16030b3bbcc" providerId="LiveId" clId="{34403CA3-19C4-4EAD-9379-43EB9C3BF6B2}" dt="2022-02-20T20:16:39.299" v="5085" actId="1076"/>
          <ac:picMkLst>
            <pc:docMk/>
            <pc:sldMk cId="359001344" sldId="366"/>
            <ac:picMk id="4" creationId="{8FBED80D-7006-4868-BD2E-0119D360BC36}"/>
          </ac:picMkLst>
        </pc:picChg>
        <pc:cxnChg chg="add mod">
          <ac:chgData name="Gabriel Quintella" userId="0401f16030b3bbcc" providerId="LiveId" clId="{34403CA3-19C4-4EAD-9379-43EB9C3BF6B2}" dt="2022-02-20T20:20:46.045" v="5172" actId="14100"/>
          <ac:cxnSpMkLst>
            <pc:docMk/>
            <pc:sldMk cId="359001344" sldId="366"/>
            <ac:cxnSpMk id="13" creationId="{D40AE0C0-AD2F-4625-B809-CC8E35C87418}"/>
          </ac:cxnSpMkLst>
        </pc:cxnChg>
        <pc:cxnChg chg="add mod">
          <ac:chgData name="Gabriel Quintella" userId="0401f16030b3bbcc" providerId="LiveId" clId="{34403CA3-19C4-4EAD-9379-43EB9C3BF6B2}" dt="2022-02-20T20:20:48.917" v="5173" actId="14100"/>
          <ac:cxnSpMkLst>
            <pc:docMk/>
            <pc:sldMk cId="359001344" sldId="366"/>
            <ac:cxnSpMk id="15" creationId="{A7E3F144-6327-4F73-8934-27B08BDDEE49}"/>
          </ac:cxnSpMkLst>
        </pc:cxnChg>
        <pc:cxnChg chg="add mod">
          <ac:chgData name="Gabriel Quintella" userId="0401f16030b3bbcc" providerId="LiveId" clId="{34403CA3-19C4-4EAD-9379-43EB9C3BF6B2}" dt="2022-02-20T20:20:51.671" v="5174" actId="14100"/>
          <ac:cxnSpMkLst>
            <pc:docMk/>
            <pc:sldMk cId="359001344" sldId="366"/>
            <ac:cxnSpMk id="17" creationId="{1817BC49-DD92-421C-8D17-C4BD5DEE1AC0}"/>
          </ac:cxnSpMkLst>
        </pc:cxnChg>
      </pc:sldChg>
      <pc:sldChg chg="addSp delSp modSp add mod">
        <pc:chgData name="Gabriel Quintella" userId="0401f16030b3bbcc" providerId="LiveId" clId="{34403CA3-19C4-4EAD-9379-43EB9C3BF6B2}" dt="2022-02-20T20:22:29.676" v="5224"/>
        <pc:sldMkLst>
          <pc:docMk/>
          <pc:sldMk cId="662537980" sldId="367"/>
        </pc:sldMkLst>
        <pc:spChg chg="add mod">
          <ac:chgData name="Gabriel Quintella" userId="0401f16030b3bbcc" providerId="LiveId" clId="{34403CA3-19C4-4EAD-9379-43EB9C3BF6B2}" dt="2022-02-20T20:22:27.816" v="5223" actId="1076"/>
          <ac:spMkLst>
            <pc:docMk/>
            <pc:sldMk cId="662537980" sldId="367"/>
            <ac:spMk id="5" creationId="{AC6DDFDE-95D9-4AA4-B5BC-F98B03CF01E3}"/>
          </ac:spMkLst>
        </pc:spChg>
        <pc:spChg chg="del">
          <ac:chgData name="Gabriel Quintella" userId="0401f16030b3bbcc" providerId="LiveId" clId="{34403CA3-19C4-4EAD-9379-43EB9C3BF6B2}" dt="2022-02-20T20:01:55.416" v="4721" actId="478"/>
          <ac:spMkLst>
            <pc:docMk/>
            <pc:sldMk cId="662537980" sldId="367"/>
            <ac:spMk id="7" creationId="{40368E53-9E9D-4014-B1EA-FDC7372B050F}"/>
          </ac:spMkLst>
        </pc:spChg>
        <pc:spChg chg="add">
          <ac:chgData name="Gabriel Quintella" userId="0401f16030b3bbcc" providerId="LiveId" clId="{34403CA3-19C4-4EAD-9379-43EB9C3BF6B2}" dt="2022-02-20T20:10:42.243" v="4946" actId="11529"/>
          <ac:spMkLst>
            <pc:docMk/>
            <pc:sldMk cId="662537980" sldId="367"/>
            <ac:spMk id="24" creationId="{F308D8D1-753A-4E15-9B31-6B83D14043F8}"/>
          </ac:spMkLst>
        </pc:spChg>
        <pc:spChg chg="add mod">
          <ac:chgData name="Gabriel Quintella" userId="0401f16030b3bbcc" providerId="LiveId" clId="{34403CA3-19C4-4EAD-9379-43EB9C3BF6B2}" dt="2022-02-20T20:11:14.229" v="4952" actId="1036"/>
          <ac:spMkLst>
            <pc:docMk/>
            <pc:sldMk cId="662537980" sldId="367"/>
            <ac:spMk id="25" creationId="{FFF34B11-0B47-40FE-803F-BECC72A6C2B4}"/>
          </ac:spMkLst>
        </pc:spChg>
        <pc:spChg chg="add mod">
          <ac:chgData name="Gabriel Quintella" userId="0401f16030b3bbcc" providerId="LiveId" clId="{34403CA3-19C4-4EAD-9379-43EB9C3BF6B2}" dt="2022-02-20T20:11:25.815" v="4955" actId="14100"/>
          <ac:spMkLst>
            <pc:docMk/>
            <pc:sldMk cId="662537980" sldId="367"/>
            <ac:spMk id="26" creationId="{9F80359E-93CE-4826-821C-911C47540985}"/>
          </ac:spMkLst>
        </pc:spChg>
        <pc:spChg chg="add del mod">
          <ac:chgData name="Gabriel Quintella" userId="0401f16030b3bbcc" providerId="LiveId" clId="{34403CA3-19C4-4EAD-9379-43EB9C3BF6B2}" dt="2022-02-20T20:12:43.975" v="4978" actId="478"/>
          <ac:spMkLst>
            <pc:docMk/>
            <pc:sldMk cId="662537980" sldId="367"/>
            <ac:spMk id="27" creationId="{451F3827-949A-4170-B141-A2548FF79613}"/>
          </ac:spMkLst>
        </pc:spChg>
        <pc:spChg chg="add mod">
          <ac:chgData name="Gabriel Quintella" userId="0401f16030b3bbcc" providerId="LiveId" clId="{34403CA3-19C4-4EAD-9379-43EB9C3BF6B2}" dt="2022-02-20T20:12:36.607" v="4976" actId="14100"/>
          <ac:spMkLst>
            <pc:docMk/>
            <pc:sldMk cId="662537980" sldId="367"/>
            <ac:spMk id="28" creationId="{09EB75FF-457B-4CCF-A393-48BECFCDB862}"/>
          </ac:spMkLst>
        </pc:spChg>
        <pc:spChg chg="add mod">
          <ac:chgData name="Gabriel Quintella" userId="0401f16030b3bbcc" providerId="LiveId" clId="{34403CA3-19C4-4EAD-9379-43EB9C3BF6B2}" dt="2022-02-20T20:13:10.194" v="4983" actId="113"/>
          <ac:spMkLst>
            <pc:docMk/>
            <pc:sldMk cId="662537980" sldId="367"/>
            <ac:spMk id="29" creationId="{05BD42A9-685A-4A16-83C8-A414F8971063}"/>
          </ac:spMkLst>
        </pc:spChg>
        <pc:spChg chg="add mod">
          <ac:chgData name="Gabriel Quintella" userId="0401f16030b3bbcc" providerId="LiveId" clId="{34403CA3-19C4-4EAD-9379-43EB9C3BF6B2}" dt="2022-02-20T20:15:53.148" v="5064" actId="1036"/>
          <ac:spMkLst>
            <pc:docMk/>
            <pc:sldMk cId="662537980" sldId="367"/>
            <ac:spMk id="30" creationId="{50468A04-D8EC-42F7-971E-BE5E5F3ADEC9}"/>
          </ac:spMkLst>
        </pc:spChg>
        <pc:spChg chg="add mod">
          <ac:chgData name="Gabriel Quintella" userId="0401f16030b3bbcc" providerId="LiveId" clId="{34403CA3-19C4-4EAD-9379-43EB9C3BF6B2}" dt="2022-02-20T20:15:59.859" v="5080" actId="1035"/>
          <ac:spMkLst>
            <pc:docMk/>
            <pc:sldMk cId="662537980" sldId="367"/>
            <ac:spMk id="31" creationId="{9A5E4EEC-5BEF-4967-842B-C085C2A1F72E}"/>
          </ac:spMkLst>
        </pc:spChg>
        <pc:spChg chg="add del mod">
          <ac:chgData name="Gabriel Quintella" userId="0401f16030b3bbcc" providerId="LiveId" clId="{34403CA3-19C4-4EAD-9379-43EB9C3BF6B2}" dt="2022-02-20T20:22:24.294" v="5222"/>
          <ac:spMkLst>
            <pc:docMk/>
            <pc:sldMk cId="662537980" sldId="367"/>
            <ac:spMk id="32" creationId="{525935E7-77D8-4828-A18E-D32E2927784D}"/>
          </ac:spMkLst>
        </pc:spChg>
        <pc:spChg chg="add mod">
          <ac:chgData name="Gabriel Quintella" userId="0401f16030b3bbcc" providerId="LiveId" clId="{34403CA3-19C4-4EAD-9379-43EB9C3BF6B2}" dt="2022-02-20T20:22:29.676" v="5224"/>
          <ac:spMkLst>
            <pc:docMk/>
            <pc:sldMk cId="662537980" sldId="367"/>
            <ac:spMk id="33" creationId="{FBD23712-0E43-4F43-8E8F-3E510106CA81}"/>
          </ac:spMkLst>
        </pc:spChg>
        <pc:picChg chg="del">
          <ac:chgData name="Gabriel Quintella" userId="0401f16030b3bbcc" providerId="LiveId" clId="{34403CA3-19C4-4EAD-9379-43EB9C3BF6B2}" dt="2022-02-20T19:58:20.484" v="4707" actId="478"/>
          <ac:picMkLst>
            <pc:docMk/>
            <pc:sldMk cId="662537980" sldId="367"/>
            <ac:picMk id="3" creationId="{44AA2E52-DA03-4AC6-9D99-F569A8E468E9}"/>
          </ac:picMkLst>
        </pc:picChg>
        <pc:picChg chg="add mod">
          <ac:chgData name="Gabriel Quintella" userId="0401f16030b3bbcc" providerId="LiveId" clId="{34403CA3-19C4-4EAD-9379-43EB9C3BF6B2}" dt="2022-02-20T20:01:16.069" v="4719" actId="14100"/>
          <ac:picMkLst>
            <pc:docMk/>
            <pc:sldMk cId="662537980" sldId="367"/>
            <ac:picMk id="6" creationId="{83B9256C-227A-4DCB-B507-6012FC67A163}"/>
          </ac:picMkLst>
        </pc:picChg>
        <pc:picChg chg="add del mod">
          <ac:chgData name="Gabriel Quintella" userId="0401f16030b3bbcc" providerId="LiveId" clId="{34403CA3-19C4-4EAD-9379-43EB9C3BF6B2}" dt="2022-02-20T20:00:52.698" v="4715" actId="478"/>
          <ac:picMkLst>
            <pc:docMk/>
            <pc:sldMk cId="662537980" sldId="367"/>
            <ac:picMk id="9" creationId="{2962FC7A-4500-4AB8-B42E-2371A358E775}"/>
          </ac:picMkLst>
        </pc:picChg>
        <pc:picChg chg="add mod">
          <ac:chgData name="Gabriel Quintella" userId="0401f16030b3bbcc" providerId="LiveId" clId="{34403CA3-19C4-4EAD-9379-43EB9C3BF6B2}" dt="2022-02-20T20:04:28.890" v="4740" actId="1076"/>
          <ac:picMkLst>
            <pc:docMk/>
            <pc:sldMk cId="662537980" sldId="367"/>
            <ac:picMk id="11" creationId="{C3D70AEA-785A-4F93-B7CB-C9C2E8FEC237}"/>
          </ac:picMkLst>
        </pc:picChg>
        <pc:picChg chg="add mod">
          <ac:chgData name="Gabriel Quintella" userId="0401f16030b3bbcc" providerId="LiveId" clId="{34403CA3-19C4-4EAD-9379-43EB9C3BF6B2}" dt="2022-02-20T20:06:14.162" v="4820" actId="1038"/>
          <ac:picMkLst>
            <pc:docMk/>
            <pc:sldMk cId="662537980" sldId="367"/>
            <ac:picMk id="13" creationId="{1E5B94D4-9B84-4421-AC67-016176079A1C}"/>
          </ac:picMkLst>
        </pc:picChg>
        <pc:picChg chg="add mod">
          <ac:chgData name="Gabriel Quintella" userId="0401f16030b3bbcc" providerId="LiveId" clId="{34403CA3-19C4-4EAD-9379-43EB9C3BF6B2}" dt="2022-02-20T20:06:18.508" v="4829" actId="1037"/>
          <ac:picMkLst>
            <pc:docMk/>
            <pc:sldMk cId="662537980" sldId="367"/>
            <ac:picMk id="15" creationId="{40331A4D-8A71-447D-85DB-F6634DE4B88E}"/>
          </ac:picMkLst>
        </pc:picChg>
        <pc:picChg chg="add mod">
          <ac:chgData name="Gabriel Quintella" userId="0401f16030b3bbcc" providerId="LiveId" clId="{34403CA3-19C4-4EAD-9379-43EB9C3BF6B2}" dt="2022-02-20T20:14:39.115" v="5043" actId="1076"/>
          <ac:picMkLst>
            <pc:docMk/>
            <pc:sldMk cId="662537980" sldId="367"/>
            <ac:picMk id="20" creationId="{353126AF-450A-4AB0-9396-D3548D702344}"/>
          </ac:picMkLst>
        </pc:picChg>
        <pc:picChg chg="add mod">
          <ac:chgData name="Gabriel Quintella" userId="0401f16030b3bbcc" providerId="LiveId" clId="{34403CA3-19C4-4EAD-9379-43EB9C3BF6B2}" dt="2022-02-20T20:10:28.064" v="4945" actId="1038"/>
          <ac:picMkLst>
            <pc:docMk/>
            <pc:sldMk cId="662537980" sldId="367"/>
            <ac:picMk id="23" creationId="{C5ECA404-9E1D-46D0-B0C2-7DA3D2991152}"/>
          </ac:picMkLst>
        </pc:picChg>
        <pc:cxnChg chg="add mod">
          <ac:chgData name="Gabriel Quintella" userId="0401f16030b3bbcc" providerId="LiveId" clId="{34403CA3-19C4-4EAD-9379-43EB9C3BF6B2}" dt="2022-02-20T20:06:18.508" v="4829" actId="1037"/>
          <ac:cxnSpMkLst>
            <pc:docMk/>
            <pc:sldMk cId="662537980" sldId="367"/>
            <ac:cxnSpMk id="17" creationId="{0300BEB8-2926-493D-A1ED-44A6AEF2386D}"/>
          </ac:cxnSpMkLst>
        </pc:cxn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28824774-CD3D-44F1-B0A1-C3876CE3DEE2}"/>
    <pc:docChg chg="undo custSel addSld delSld modSld sldOrd">
      <pc:chgData name="Gabriel Quintella" userId="0401f16030b3bbcc" providerId="LiveId" clId="{28824774-CD3D-44F1-B0A1-C3876CE3DEE2}" dt="2022-01-14T16:35:28.648" v="634" actId="20577"/>
      <pc:docMkLst>
        <pc:docMk/>
      </pc:docMkLst>
      <pc:sldChg chg="del">
        <pc:chgData name="Gabriel Quintella" userId="0401f16030b3bbcc" providerId="LiveId" clId="{28824774-CD3D-44F1-B0A1-C3876CE3DEE2}" dt="2022-01-14T16:07:05.116" v="2" actId="2696"/>
        <pc:sldMkLst>
          <pc:docMk/>
          <pc:sldMk cId="3275838534" sldId="257"/>
        </pc:sldMkLst>
      </pc:sldChg>
      <pc:sldChg chg="del ord">
        <pc:chgData name="Gabriel Quintella" userId="0401f16030b3bbcc" providerId="LiveId" clId="{28824774-CD3D-44F1-B0A1-C3876CE3DEE2}" dt="2022-01-14T16:23:08.679" v="180" actId="2696"/>
        <pc:sldMkLst>
          <pc:docMk/>
          <pc:sldMk cId="1167946902" sldId="263"/>
        </pc:sldMkLst>
      </pc:sldChg>
      <pc:sldChg chg="addSp delSp modSp mod setBg">
        <pc:chgData name="Gabriel Quintella" userId="0401f16030b3bbcc" providerId="LiveId" clId="{28824774-CD3D-44F1-B0A1-C3876CE3DEE2}" dt="2022-01-14T16:24:37.857" v="264" actId="20577"/>
        <pc:sldMkLst>
          <pc:docMk/>
          <pc:sldMk cId="214360441" sldId="274"/>
        </pc:sldMkLst>
        <pc:spChg chg="mod ord">
          <ac:chgData name="Gabriel Quintella" userId="0401f16030b3bbcc" providerId="LiveId" clId="{28824774-CD3D-44F1-B0A1-C3876CE3DEE2}" dt="2022-01-14T16:24:37.857" v="26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6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1.881" v="243" actId="26606"/>
          <ac:spMkLst>
            <pc:docMk/>
            <pc:sldMk cId="214360441" sldId="274"/>
            <ac:spMk id="11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3" creationId="{58D818E7-E6E3-4781-BB38-A9FEAD3A471A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4" creationId="{0F41BE9E-54D9-43DC-8B31-58B59587026C}"/>
          </ac:spMkLst>
        </pc:spChg>
        <pc:spChg chg="add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16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24:22.651" v="245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385657931" sldId="276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184808388" sldId="277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440083160" sldId="279"/>
        </pc:sldMkLst>
      </pc:sldChg>
      <pc:sldChg chg="modSp mod ord">
        <pc:chgData name="Gabriel Quintella" userId="0401f16030b3bbcc" providerId="LiveId" clId="{28824774-CD3D-44F1-B0A1-C3876CE3DEE2}" dt="2022-01-14T16:30:05.629" v="497" actId="1076"/>
        <pc:sldMkLst>
          <pc:docMk/>
          <pc:sldMk cId="1699139359" sldId="280"/>
        </pc:sldMkLst>
        <pc:spChg chg="mod">
          <ac:chgData name="Gabriel Quintella" userId="0401f16030b3bbcc" providerId="LiveId" clId="{28824774-CD3D-44F1-B0A1-C3876CE3DEE2}" dt="2022-01-14T16:30:05.629" v="497" actId="1076"/>
          <ac:spMkLst>
            <pc:docMk/>
            <pc:sldMk cId="1699139359" sldId="280"/>
            <ac:spMk id="3" creationId="{1C68C712-3EB5-4548-B017-0B4D8DE9FFB9}"/>
          </ac:spMkLst>
        </pc:sp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9856853" sldId="28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7463436" sldId="28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3420452" sldId="283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687545986" sldId="285"/>
        </pc:sldMkLst>
      </pc:sldChg>
      <pc:sldChg chg="modSp mod">
        <pc:chgData name="Gabriel Quintella" userId="0401f16030b3bbcc" providerId="LiveId" clId="{28824774-CD3D-44F1-B0A1-C3876CE3DEE2}" dt="2022-01-14T16:05:53.106" v="1" actId="20577"/>
        <pc:sldMkLst>
          <pc:docMk/>
          <pc:sldMk cId="1655760290" sldId="286"/>
        </pc:sldMkLst>
        <pc:spChg chg="mod">
          <ac:chgData name="Gabriel Quintella" userId="0401f16030b3bbcc" providerId="LiveId" clId="{28824774-CD3D-44F1-B0A1-C3876CE3DEE2}" dt="2022-01-14T16:05:53.106" v="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08:42.214" v="56" actId="1076"/>
        <pc:sldMkLst>
          <pc:docMk/>
          <pc:sldMk cId="2687159608" sldId="287"/>
        </pc:sldMkLst>
        <pc:spChg chg="mod">
          <ac:chgData name="Gabriel Quintella" userId="0401f16030b3bbcc" providerId="LiveId" clId="{28824774-CD3D-44F1-B0A1-C3876CE3DEE2}" dt="2022-01-14T16:08:42.214" v="5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14:00.285" v="177" actId="1076"/>
        <pc:sldMkLst>
          <pc:docMk/>
          <pc:sldMk cId="1572128505" sldId="289"/>
        </pc:sldMkLst>
        <pc:spChg chg="mod">
          <ac:chgData name="Gabriel Quintella" userId="0401f16030b3bbcc" providerId="LiveId" clId="{28824774-CD3D-44F1-B0A1-C3876CE3DEE2}" dt="2022-01-14T16:14:00.285" v="177" actId="1076"/>
          <ac:spMkLst>
            <pc:docMk/>
            <pc:sldMk cId="1572128505" sldId="289"/>
            <ac:spMk id="3" creationId="{6ECE45D1-F65A-44E4-88A0-371BF51EE333}"/>
          </ac:spMkLst>
        </pc:spChg>
      </pc:sldChg>
      <pc:sldChg chg="addSp delSp modSp mod">
        <pc:chgData name="Gabriel Quintella" userId="0401f16030b3bbcc" providerId="LiveId" clId="{28824774-CD3D-44F1-B0A1-C3876CE3DEE2}" dt="2022-01-14T16:12:22.741" v="169" actId="1076"/>
        <pc:sldMkLst>
          <pc:docMk/>
          <pc:sldMk cId="3433790968" sldId="290"/>
        </pc:sldMkLst>
        <pc:spChg chg="add mod">
          <ac:chgData name="Gabriel Quintella" userId="0401f16030b3bbcc" providerId="LiveId" clId="{28824774-CD3D-44F1-B0A1-C3876CE3DEE2}" dt="2022-01-14T16:12:22.741" v="169" actId="1076"/>
          <ac:spMkLst>
            <pc:docMk/>
            <pc:sldMk cId="3433790968" sldId="290"/>
            <ac:spMk id="2" creationId="{DB8D57CF-1EDB-492B-8EF0-BD0C262AA9D0}"/>
          </ac:spMkLst>
        </pc:spChg>
        <pc:spChg chg="mod">
          <ac:chgData name="Gabriel Quintella" userId="0401f16030b3bbcc" providerId="LiveId" clId="{28824774-CD3D-44F1-B0A1-C3876CE3DEE2}" dt="2022-01-14T16:10:32.733" v="138" actId="1076"/>
          <ac:spMkLst>
            <pc:docMk/>
            <pc:sldMk cId="3433790968" sldId="290"/>
            <ac:spMk id="3" creationId="{6ECE45D1-F65A-44E4-88A0-371BF51EE333}"/>
          </ac:spMkLst>
        </pc:spChg>
        <pc:spChg chg="del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11" creationId="{E49CC64F-7275-4E33-961B-0C5CDC439875}"/>
          </ac:spMkLst>
        </pc:spChg>
        <pc:graphicFrameChg chg="del">
          <ac:chgData name="Gabriel Quintella" userId="0401f16030b3bbcc" providerId="LiveId" clId="{28824774-CD3D-44F1-B0A1-C3876CE3DEE2}" dt="2022-01-14T16:09:51.121" v="79" actId="478"/>
          <ac:graphicFrameMkLst>
            <pc:docMk/>
            <pc:sldMk cId="3433790968" sldId="290"/>
            <ac:graphicFrameMk id="8" creationId="{A52B6BAD-EE39-4CA9-B817-2F9BA249C869}"/>
          </ac:graphicFrameMkLst>
        </pc:graphicFrame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4286443" sldId="29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135026700" sldId="29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4230135495" sldId="293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2164335242" sldId="294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1470431032" sldId="295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2797249121" sldId="300"/>
        </pc:sldMkLst>
      </pc:sldChg>
      <pc:sldChg chg="addSp delSp modSp add mod setBg delDesignElem">
        <pc:chgData name="Gabriel Quintella" userId="0401f16030b3bbcc" providerId="LiveId" clId="{28824774-CD3D-44F1-B0A1-C3876CE3DEE2}" dt="2022-01-14T16:26:32.607" v="406" actId="27636"/>
        <pc:sldMkLst>
          <pc:docMk/>
          <pc:sldMk cId="3891244590" sldId="301"/>
        </pc:sldMkLst>
        <pc:spChg chg="mod">
          <ac:chgData name="Gabriel Quintella" userId="0401f16030b3bbcc" providerId="LiveId" clId="{28824774-CD3D-44F1-B0A1-C3876CE3DEE2}" dt="2022-01-14T16:26:32.607" v="406" actId="27636"/>
          <ac:spMkLst>
            <pc:docMk/>
            <pc:sldMk cId="3891244590" sldId="301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5:02.343" v="267" actId="26606"/>
          <ac:spMkLst>
            <pc:docMk/>
            <pc:sldMk cId="3891244590" sldId="301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4:59.354" v="266"/>
          <ac:spMkLst>
            <pc:docMk/>
            <pc:sldMk cId="3891244590" sldId="301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28824774-CD3D-44F1-B0A1-C3876CE3DEE2}" dt="2022-01-14T16:27:55.912" v="446" actId="12"/>
        <pc:sldMkLst>
          <pc:docMk/>
          <pc:sldMk cId="2816536328" sldId="302"/>
        </pc:sldMkLst>
        <pc:spChg chg="mod">
          <ac:chgData name="Gabriel Quintella" userId="0401f16030b3bbcc" providerId="LiveId" clId="{28824774-CD3D-44F1-B0A1-C3876CE3DEE2}" dt="2022-01-14T16:27:55.912" v="446" actId="12"/>
          <ac:spMkLst>
            <pc:docMk/>
            <pc:sldMk cId="2816536328" sldId="302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7:25.965" v="416" actId="26606"/>
          <ac:spMkLst>
            <pc:docMk/>
            <pc:sldMk cId="2816536328" sldId="302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6:59.094" v="408"/>
          <ac:spMkLst>
            <pc:docMk/>
            <pc:sldMk cId="2816536328" sldId="302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1:43.744" v="511" actId="20577"/>
        <pc:sldMkLst>
          <pc:docMk/>
          <pc:sldMk cId="1102497669" sldId="303"/>
        </pc:sldMkLst>
        <pc:spChg chg="mod">
          <ac:chgData name="Gabriel Quintella" userId="0401f16030b3bbcc" providerId="LiveId" clId="{28824774-CD3D-44F1-B0A1-C3876CE3DEE2}" dt="2022-01-14T16:31:43.744" v="511" actId="20577"/>
          <ac:spMkLst>
            <pc:docMk/>
            <pc:sldMk cId="1102497669" sldId="303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1:35.500" v="502" actId="26606"/>
          <ac:spMkLst>
            <pc:docMk/>
            <pc:sldMk cId="1102497669" sldId="303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1:23.979" v="499"/>
          <ac:spMkLst>
            <pc:docMk/>
            <pc:sldMk cId="1102497669" sldId="303"/>
            <ac:spMk id="1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2:38.445" v="535" actId="1076"/>
        <pc:sldMkLst>
          <pc:docMk/>
          <pc:sldMk cId="2191700779" sldId="304"/>
        </pc:sldMkLst>
        <pc:spChg chg="mod">
          <ac:chgData name="Gabriel Quintella" userId="0401f16030b3bbcc" providerId="LiveId" clId="{28824774-CD3D-44F1-B0A1-C3876CE3DEE2}" dt="2022-01-14T16:32:38.445" v="535" actId="1076"/>
          <ac:spMkLst>
            <pc:docMk/>
            <pc:sldMk cId="2191700779" sldId="304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2:16.267" v="518" actId="26606"/>
          <ac:spMkLst>
            <pc:docMk/>
            <pc:sldMk cId="2191700779" sldId="304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00.356" v="513"/>
          <ac:spMkLst>
            <pc:docMk/>
            <pc:sldMk cId="2191700779" sldId="304"/>
            <ac:spMk id="11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2:18.631" v="521" actId="27614"/>
          <ac:picMkLst>
            <pc:docMk/>
            <pc:sldMk cId="2191700779" sldId="304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28824774-CD3D-44F1-B0A1-C3876CE3DEE2}" dt="2022-01-14T16:32:53.032" v="540"/>
        <pc:sldMkLst>
          <pc:docMk/>
          <pc:sldMk cId="4230785764" sldId="305"/>
        </pc:sldMkLst>
        <pc:spChg chg="add">
          <ac:chgData name="Gabriel Quintella" userId="0401f16030b3bbcc" providerId="LiveId" clId="{28824774-CD3D-44F1-B0A1-C3876CE3DEE2}" dt="2022-01-14T16:32:49.237" v="538" actId="26606"/>
          <ac:spMkLst>
            <pc:docMk/>
            <pc:sldMk cId="4230785764" sldId="305"/>
            <ac:spMk id="71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45.022" v="537"/>
          <ac:spMkLst>
            <pc:docMk/>
            <pc:sldMk cId="4230785764" sldId="305"/>
            <ac:spMk id="513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16.741" v="554" actId="20577"/>
        <pc:sldMkLst>
          <pc:docMk/>
          <pc:sldMk cId="2823281403" sldId="306"/>
        </pc:sldMkLst>
        <pc:spChg chg="mod">
          <ac:chgData name="Gabriel Quintella" userId="0401f16030b3bbcc" providerId="LiveId" clId="{28824774-CD3D-44F1-B0A1-C3876CE3DEE2}" dt="2022-01-14T16:33:16.741" v="554" actId="20577"/>
          <ac:spMkLst>
            <pc:docMk/>
            <pc:sldMk cId="2823281403" sldId="306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3:12.421" v="545" actId="26606"/>
          <ac:spMkLst>
            <pc:docMk/>
            <pc:sldMk cId="2823281403" sldId="306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05.598" v="542"/>
          <ac:spMkLst>
            <pc:docMk/>
            <pc:sldMk cId="2823281403" sldId="30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44.902" v="574" actId="1076"/>
        <pc:sldMkLst>
          <pc:docMk/>
          <pc:sldMk cId="2401829172" sldId="307"/>
        </pc:sldMkLst>
        <pc:spChg chg="mod">
          <ac:chgData name="Gabriel Quintella" userId="0401f16030b3bbcc" providerId="LiveId" clId="{28824774-CD3D-44F1-B0A1-C3876CE3DEE2}" dt="2022-01-14T16:33:44.902" v="574" actId="1076"/>
          <ac:spMkLst>
            <pc:docMk/>
            <pc:sldMk cId="2401829172" sldId="307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3:33.671" v="561" actId="26606"/>
          <ac:spMkLst>
            <pc:docMk/>
            <pc:sldMk cId="2401829172" sldId="307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21.919" v="556"/>
          <ac:spMkLst>
            <pc:docMk/>
            <pc:sldMk cId="2401829172" sldId="307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28824774-CD3D-44F1-B0A1-C3876CE3DEE2}" dt="2022-01-14T16:33:57.774" v="579"/>
        <pc:sldMkLst>
          <pc:docMk/>
          <pc:sldMk cId="3779134218" sldId="308"/>
        </pc:sldMkLst>
        <pc:spChg chg="del">
          <ac:chgData name="Gabriel Quintella" userId="0401f16030b3bbcc" providerId="LiveId" clId="{28824774-CD3D-44F1-B0A1-C3876CE3DEE2}" dt="2022-01-14T16:33:51.486" v="576"/>
          <ac:spMkLst>
            <pc:docMk/>
            <pc:sldMk cId="3779134218" sldId="308"/>
            <ac:spMk id="71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3:54.676" v="577" actId="26606"/>
          <ac:spMkLst>
            <pc:docMk/>
            <pc:sldMk cId="3779134218" sldId="308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5:28.648" v="634" actId="20577"/>
        <pc:sldMkLst>
          <pc:docMk/>
          <pc:sldMk cId="902698773" sldId="309"/>
        </pc:sldMkLst>
        <pc:spChg chg="mod">
          <ac:chgData name="Gabriel Quintella" userId="0401f16030b3bbcc" providerId="LiveId" clId="{28824774-CD3D-44F1-B0A1-C3876CE3DEE2}" dt="2022-01-14T16:35:28.648" v="634" actId="20577"/>
          <ac:spMkLst>
            <pc:docMk/>
            <pc:sldMk cId="902698773" sldId="309"/>
            <ac:spMk id="2" creationId="{A22A48B3-5314-4374-A82C-5EA1D94D2747}"/>
          </ac:spMkLst>
        </pc:spChg>
        <pc:spChg chg="del">
          <ac:chgData name="Gabriel Quintella" userId="0401f16030b3bbcc" providerId="LiveId" clId="{28824774-CD3D-44F1-B0A1-C3876CE3DEE2}" dt="2022-01-14T16:35:08.087" v="584"/>
          <ac:spMkLst>
            <pc:docMk/>
            <pc:sldMk cId="902698773" sldId="309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5:11.727" v="585" actId="26606"/>
          <ac:spMkLst>
            <pc:docMk/>
            <pc:sldMk cId="902698773" sldId="309"/>
            <ac:spMk id="9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5:15.127" v="588" actId="27614"/>
          <ac:picMkLst>
            <pc:docMk/>
            <pc:sldMk cId="902698773" sldId="309"/>
            <ac:picMk id="4" creationId="{8FBED80D-7006-4868-BD2E-0119D360BC36}"/>
          </ac:picMkLst>
        </pc:picChg>
      </pc:sldChg>
    </pc:docChg>
  </pc:docChgLst>
  <pc:docChgLst>
    <pc:chgData name="Gabriel Quintella" userId="0401f16030b3bbcc" providerId="LiveId" clId="{F9A94F46-7D1B-4D3B-8786-1B00C1AAC17F}"/>
    <pc:docChg chg="undo custSel addSld delSld modSld sldOrd">
      <pc:chgData name="Gabriel Quintella" userId="0401f16030b3bbcc" providerId="LiveId" clId="{F9A94F46-7D1B-4D3B-8786-1B00C1AAC17F}" dt="2022-01-20T01:58:26.562" v="817" actId="114"/>
      <pc:docMkLst>
        <pc:docMk/>
      </pc:docMkLst>
      <pc:sldChg chg="addSp delSp modSp mod ord">
        <pc:chgData name="Gabriel Quintella" userId="0401f16030b3bbcc" providerId="LiveId" clId="{F9A94F46-7D1B-4D3B-8786-1B00C1AAC17F}" dt="2022-01-14T16:59:49.627" v="129" actId="22"/>
        <pc:sldMkLst>
          <pc:docMk/>
          <pc:sldMk cId="214360441" sldId="274"/>
        </pc:sldMkLst>
        <pc:spChg chg="mod">
          <ac:chgData name="Gabriel Quintella" userId="0401f16030b3bbcc" providerId="LiveId" clId="{F9A94F46-7D1B-4D3B-8786-1B00C1AAC17F}" dt="2022-01-14T16:51:49.548" v="11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F9A94F46-7D1B-4D3B-8786-1B00C1AAC17F}" dt="2022-01-14T16:59:49.627" v="129" actId="22"/>
          <ac:spMkLst>
            <pc:docMk/>
            <pc:sldMk cId="214360441" sldId="274"/>
            <ac:spMk id="6" creationId="{D32F64E6-021C-4AB9-A512-237870D4CB22}"/>
          </ac:spMkLst>
        </pc:spChg>
      </pc:sldChg>
      <pc:sldChg chg="modSp mod">
        <pc:chgData name="Gabriel Quintella" userId="0401f16030b3bbcc" providerId="LiveId" clId="{F9A94F46-7D1B-4D3B-8786-1B00C1AAC17F}" dt="2022-01-14T16:52:27.897" v="127" actId="20577"/>
        <pc:sldMkLst>
          <pc:docMk/>
          <pc:sldMk cId="1699139359" sldId="280"/>
        </pc:sldMkLst>
        <pc:spChg chg="mod">
          <ac:chgData name="Gabriel Quintella" userId="0401f16030b3bbcc" providerId="LiveId" clId="{F9A94F46-7D1B-4D3B-8786-1B00C1AAC17F}" dt="2022-01-14T16:52:27.897" v="127" actId="20577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9A94F46-7D1B-4D3B-8786-1B00C1AAC17F}" dt="2022-01-19T22:01:18.222" v="775" actId="20577"/>
        <pc:sldMkLst>
          <pc:docMk/>
          <pc:sldMk cId="1655760290" sldId="286"/>
        </pc:sldMkLst>
        <pc:spChg chg="mod">
          <ac:chgData name="Gabriel Quintella" userId="0401f16030b3bbcc" providerId="LiveId" clId="{F9A94F46-7D1B-4D3B-8786-1B00C1AAC17F}" dt="2022-01-19T22:01:18.222" v="77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F9A94F46-7D1B-4D3B-8786-1B00C1AAC17F}" dt="2022-01-20T01:57:54.069" v="816" actId="1076"/>
        <pc:sldMkLst>
          <pc:docMk/>
          <pc:sldMk cId="2687159608" sldId="287"/>
        </pc:sldMkLst>
        <pc:spChg chg="mod">
          <ac:chgData name="Gabriel Quintella" userId="0401f16030b3bbcc" providerId="LiveId" clId="{F9A94F46-7D1B-4D3B-8786-1B00C1AAC17F}" dt="2022-01-20T01:57:54.069" v="81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1572128505" sldId="289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433790968" sldId="290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891244590" sldId="301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2816536328" sldId="302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1102497669" sldId="303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191700779" sldId="304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4230785764" sldId="305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823281403" sldId="306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401829172" sldId="307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3779134218" sldId="308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902698773" sldId="309"/>
        </pc:sldMkLst>
      </pc:sldChg>
      <pc:sldChg chg="addSp delSp modSp add mod setBg delDesignElem">
        <pc:chgData name="Gabriel Quintella" userId="0401f16030b3bbcc" providerId="LiveId" clId="{F9A94F46-7D1B-4D3B-8786-1B00C1AAC17F}" dt="2022-01-14T17:30:04.941" v="593" actId="20577"/>
        <pc:sldMkLst>
          <pc:docMk/>
          <pc:sldMk cId="3602483249" sldId="310"/>
        </pc:sldMkLst>
        <pc:spChg chg="mod">
          <ac:chgData name="Gabriel Quintella" userId="0401f16030b3bbcc" providerId="LiveId" clId="{F9A94F46-7D1B-4D3B-8786-1B00C1AAC17F}" dt="2022-01-14T17:30:04.941" v="593" actId="20577"/>
          <ac:spMkLst>
            <pc:docMk/>
            <pc:sldMk cId="3602483249" sldId="310"/>
            <ac:spMk id="2" creationId="{A22A48B3-5314-4374-A82C-5EA1D94D2747}"/>
          </ac:spMkLst>
        </pc:spChg>
        <pc:spChg chg="add">
          <ac:chgData name="Gabriel Quintella" userId="0401f16030b3bbcc" providerId="LiveId" clId="{F9A94F46-7D1B-4D3B-8786-1B00C1AAC17F}" dt="2022-01-14T17:00:16.756" v="134" actId="26606"/>
          <ac:spMkLst>
            <pc:docMk/>
            <pc:sldMk cId="3602483249" sldId="310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6:59:52.682" v="131"/>
          <ac:spMkLst>
            <pc:docMk/>
            <pc:sldMk cId="3602483249" sldId="310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9A94F46-7D1B-4D3B-8786-1B00C1AAC17F}" dt="2022-01-14T17:31:54.130" v="660" actId="20577"/>
        <pc:sldMkLst>
          <pc:docMk/>
          <pc:sldMk cId="1400697358" sldId="311"/>
        </pc:sldMkLst>
        <pc:spChg chg="mod">
          <ac:chgData name="Gabriel Quintella" userId="0401f16030b3bbcc" providerId="LiveId" clId="{F9A94F46-7D1B-4D3B-8786-1B00C1AAC17F}" dt="2022-01-14T17:31:54.130" v="660" actId="20577"/>
          <ac:spMkLst>
            <pc:docMk/>
            <pc:sldMk cId="1400697358" sldId="311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19:51.944" v="168" actId="26606"/>
          <ac:spMkLst>
            <pc:docMk/>
            <pc:sldMk cId="1400697358" sldId="311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19:34.267" v="164"/>
          <ac:spMkLst>
            <pc:docMk/>
            <pc:sldMk cId="1400697358" sldId="311"/>
            <ac:spMk id="11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F9A94F46-7D1B-4D3B-8786-1B00C1AAC17F}" dt="2022-01-14T17:22:25.389" v="462" actId="1076"/>
        <pc:sldMkLst>
          <pc:docMk/>
          <pc:sldMk cId="3638034034" sldId="312"/>
        </pc:sldMkLst>
        <pc:spChg chg="mod">
          <ac:chgData name="Gabriel Quintella" userId="0401f16030b3bbcc" providerId="LiveId" clId="{F9A94F46-7D1B-4D3B-8786-1B00C1AAC17F}" dt="2022-01-14T17:22:25.389" v="462" actId="1076"/>
          <ac:spMkLst>
            <pc:docMk/>
            <pc:sldMk cId="3638034034" sldId="312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1:32.601" v="393" actId="26606"/>
          <ac:spMkLst>
            <pc:docMk/>
            <pc:sldMk cId="3638034034" sldId="312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21:11.166" v="385"/>
          <ac:spMkLst>
            <pc:docMk/>
            <pc:sldMk cId="3638034034" sldId="312"/>
            <ac:spMk id="11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6:21.076" v="806" actId="20577"/>
        <pc:sldMkLst>
          <pc:docMk/>
          <pc:sldMk cId="2599921827" sldId="313"/>
        </pc:sldMkLst>
        <pc:spChg chg="add mod">
          <ac:chgData name="Gabriel Quintella" userId="0401f16030b3bbcc" providerId="LiveId" clId="{F9A94F46-7D1B-4D3B-8786-1B00C1AAC17F}" dt="2022-01-20T01:48:21.884" v="776" actId="108"/>
          <ac:spMkLst>
            <pc:docMk/>
            <pc:sldMk cId="2599921827" sldId="313"/>
            <ac:spMk id="2" creationId="{F3C0FA09-5987-42FD-B871-AAB1BECEDA2F}"/>
          </ac:spMkLst>
        </pc:spChg>
        <pc:spChg chg="mod">
          <ac:chgData name="Gabriel Quintella" userId="0401f16030b3bbcc" providerId="LiveId" clId="{F9A94F46-7D1B-4D3B-8786-1B00C1AAC17F}" dt="2022-01-20T01:56:21.076" v="806" actId="20577"/>
          <ac:spMkLst>
            <pc:docMk/>
            <pc:sldMk cId="2599921827" sldId="313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2:55.734" v="467" actId="26606"/>
          <ac:spMkLst>
            <pc:docMk/>
            <pc:sldMk cId="2599921827" sldId="313"/>
            <ac:spMk id="9" creationId="{E49CC64F-7275-4E33-961B-0C5CDC439875}"/>
          </ac:spMkLst>
        </pc:spChg>
      </pc:sldChg>
      <pc:sldChg chg="addSp delSp modSp add mod setBg">
        <pc:chgData name="Gabriel Quintella" userId="0401f16030b3bbcc" providerId="LiveId" clId="{F9A94F46-7D1B-4D3B-8786-1B00C1AAC17F}" dt="2022-01-20T01:56:15.731" v="802" actId="20577"/>
        <pc:sldMkLst>
          <pc:docMk/>
          <pc:sldMk cId="2702106009" sldId="314"/>
        </pc:sldMkLst>
        <pc:spChg chg="del mod">
          <ac:chgData name="Gabriel Quintella" userId="0401f16030b3bbcc" providerId="LiveId" clId="{F9A94F46-7D1B-4D3B-8786-1B00C1AAC17F}" dt="2022-01-14T17:25:42.880" v="557" actId="478"/>
          <ac:spMkLst>
            <pc:docMk/>
            <pc:sldMk cId="2702106009" sldId="314"/>
            <ac:spMk id="3" creationId="{1C68C712-3EB5-4548-B017-0B4D8DE9FFB9}"/>
          </ac:spMkLst>
        </pc:spChg>
        <pc:spChg chg="add mod">
          <ac:chgData name="Gabriel Quintella" userId="0401f16030b3bbcc" providerId="LiveId" clId="{F9A94F46-7D1B-4D3B-8786-1B00C1AAC17F}" dt="2022-01-20T01:56:15.731" v="802" actId="20577"/>
          <ac:spMkLst>
            <pc:docMk/>
            <pc:sldMk cId="2702106009" sldId="314"/>
            <ac:spMk id="5" creationId="{D5A76DA4-1513-472B-B935-BB182C02E367}"/>
          </ac:spMkLst>
        </pc:spChg>
        <pc:spChg chg="add mod">
          <ac:chgData name="Gabriel Quintella" userId="0401f16030b3bbcc" providerId="LiveId" clId="{F9A94F46-7D1B-4D3B-8786-1B00C1AAC17F}" dt="2022-01-15T17:06:59.882" v="743" actId="1076"/>
          <ac:spMkLst>
            <pc:docMk/>
            <pc:sldMk cId="2702106009" sldId="314"/>
            <ac:spMk id="6" creationId="{74EC10F0-C70F-424D-ACCC-49F3D9F71DE7}"/>
          </ac:spMkLst>
        </pc:spChg>
        <pc:spChg chg="add">
          <ac:chgData name="Gabriel Quintella" userId="0401f16030b3bbcc" providerId="LiveId" clId="{F9A94F46-7D1B-4D3B-8786-1B00C1AAC17F}" dt="2022-01-14T17:25:33.006" v="556" actId="26606"/>
          <ac:spMkLst>
            <pc:docMk/>
            <pc:sldMk cId="2702106009" sldId="314"/>
            <ac:spMk id="9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8:26.562" v="817" actId="114"/>
        <pc:sldMkLst>
          <pc:docMk/>
          <pc:sldMk cId="1025678899" sldId="315"/>
        </pc:sldMkLst>
        <pc:spChg chg="mod">
          <ac:chgData name="Gabriel Quintella" userId="0401f16030b3bbcc" providerId="LiveId" clId="{F9A94F46-7D1B-4D3B-8786-1B00C1AAC17F}" dt="2022-01-20T01:58:26.562" v="817" actId="114"/>
          <ac:spMkLst>
            <pc:docMk/>
            <pc:sldMk cId="1025678899" sldId="315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7:02.549" v="572" actId="26606"/>
          <ac:spMkLst>
            <pc:docMk/>
            <pc:sldMk cId="1025678899" sldId="315"/>
            <ac:spMk id="9" creationId="{E49CC64F-7275-4E33-961B-0C5CDC439875}"/>
          </ac:spMkLst>
        </pc:spChg>
        <pc:picChg chg="mod">
          <ac:chgData name="Gabriel Quintella" userId="0401f16030b3bbcc" providerId="LiveId" clId="{F9A94F46-7D1B-4D3B-8786-1B00C1AAC17F}" dt="2022-01-14T17:27:24.041" v="575" actId="27614"/>
          <ac:picMkLst>
            <pc:docMk/>
            <pc:sldMk cId="1025678899" sldId="315"/>
            <ac:picMk id="4" creationId="{8FBED80D-7006-4868-BD2E-0119D360BC36}"/>
          </ac:picMkLst>
        </pc:picChg>
      </pc:sldChg>
      <pc:sldChg chg="delSp add del setBg delDesignElem">
        <pc:chgData name="Gabriel Quintella" userId="0401f16030b3bbcc" providerId="LiveId" clId="{F9A94F46-7D1B-4D3B-8786-1B00C1AAC17F}" dt="2022-01-14T17:25:21.205" v="552" actId="2696"/>
        <pc:sldMkLst>
          <pc:docMk/>
          <pc:sldMk cId="2958620260" sldId="315"/>
        </pc:sldMkLst>
        <pc:spChg chg="del">
          <ac:chgData name="Gabriel Quintella" userId="0401f16030b3bbcc" providerId="LiveId" clId="{F9A94F46-7D1B-4D3B-8786-1B00C1AAC17F}" dt="2022-01-14T17:25:15.031" v="551"/>
          <ac:spMkLst>
            <pc:docMk/>
            <pc:sldMk cId="2958620260" sldId="315"/>
            <ac:spMk id="9" creationId="{E49CC64F-7275-4E33-961B-0C5CDC439875}"/>
          </ac:spMkLst>
        </pc:spChg>
      </pc:sldChg>
    </pc:docChg>
  </pc:docChgLst>
  <pc:docChgLst>
    <pc:chgData name="Gabriel Quintella" userId="0401f16030b3bbcc" providerId="LiveId" clId="{F1678828-E0BD-4CE7-B98A-F2FEFF683645}"/>
    <pc:docChg chg="undo custSel addSld modSld sldOrd">
      <pc:chgData name="Gabriel Quintella" userId="0401f16030b3bbcc" providerId="LiveId" clId="{F1678828-E0BD-4CE7-B98A-F2FEFF683645}" dt="2022-01-21T02:03:22.775" v="796" actId="26606"/>
      <pc:docMkLst>
        <pc:docMk/>
      </pc:docMkLst>
      <pc:sldChg chg="ord">
        <pc:chgData name="Gabriel Quintella" userId="0401f16030b3bbcc" providerId="LiveId" clId="{F1678828-E0BD-4CE7-B98A-F2FEFF683645}" dt="2022-01-21T01:35:03.531" v="730"/>
        <pc:sldMkLst>
          <pc:docMk/>
          <pc:sldMk cId="638894639" sldId="264"/>
        </pc:sldMkLst>
      </pc:sldChg>
      <pc:sldChg chg="addSp delSp modSp mod">
        <pc:chgData name="Gabriel Quintella" userId="0401f16030b3bbcc" providerId="LiveId" clId="{F1678828-E0BD-4CE7-B98A-F2FEFF683645}" dt="2022-01-20T02:09:23.384" v="316" actId="113"/>
        <pc:sldMkLst>
          <pc:docMk/>
          <pc:sldMk cId="214360441" sldId="274"/>
        </pc:sldMkLst>
        <pc:spChg chg="mod">
          <ac:chgData name="Gabriel Quintella" userId="0401f16030b3bbcc" providerId="LiveId" clId="{F1678828-E0BD-4CE7-B98A-F2FEFF683645}" dt="2022-01-20T02:09:23.384" v="316" actId="113"/>
          <ac:spMkLst>
            <pc:docMk/>
            <pc:sldMk cId="214360441" sldId="274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02:09:18.077" v="315" actId="20577"/>
          <ac:spMkLst>
            <pc:docMk/>
            <pc:sldMk cId="214360441" sldId="274"/>
            <ac:spMk id="3" creationId="{BD195509-717A-46FB-B99F-6404C6E20256}"/>
          </ac:spMkLst>
        </pc:spChg>
        <pc:picChg chg="add del mod">
          <ac:chgData name="Gabriel Quintella" userId="0401f16030b3bbcc" providerId="LiveId" clId="{F1678828-E0BD-4CE7-B98A-F2FEFF683645}" dt="2022-01-20T02:05:49.911" v="254"/>
          <ac:picMkLst>
            <pc:docMk/>
            <pc:sldMk cId="214360441" sldId="274"/>
            <ac:picMk id="1026" creationId="{F32BE8BE-3500-4463-B5E4-521EBCD57C60}"/>
          </ac:picMkLst>
        </pc:picChg>
        <pc:picChg chg="add mod">
          <ac:chgData name="Gabriel Quintella" userId="0401f16030b3bbcc" providerId="LiveId" clId="{F1678828-E0BD-4CE7-B98A-F2FEFF683645}" dt="2022-01-20T02:06:06.636" v="260" actId="1076"/>
          <ac:picMkLst>
            <pc:docMk/>
            <pc:sldMk cId="214360441" sldId="274"/>
            <ac:picMk id="1028" creationId="{DD84CC05-A57B-478C-A4BA-45E4967986D5}"/>
          </ac:picMkLst>
        </pc:picChg>
      </pc:sldChg>
      <pc:sldChg chg="modSp mod">
        <pc:chgData name="Gabriel Quintella" userId="0401f16030b3bbcc" providerId="LiveId" clId="{F1678828-E0BD-4CE7-B98A-F2FEFF683645}" dt="2022-01-20T15:45:17.460" v="648" actId="114"/>
        <pc:sldMkLst>
          <pc:docMk/>
          <pc:sldMk cId="1699139359" sldId="280"/>
        </pc:sldMkLst>
        <pc:spChg chg="mod">
          <ac:chgData name="Gabriel Quintella" userId="0401f16030b3bbcc" providerId="LiveId" clId="{F1678828-E0BD-4CE7-B98A-F2FEFF683645}" dt="2022-01-20T15:45:17.460" v="648" actId="114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1678828-E0BD-4CE7-B98A-F2FEFF683645}" dt="2022-01-20T14:20:41.713" v="324" actId="20577"/>
        <pc:sldMkLst>
          <pc:docMk/>
          <pc:sldMk cId="1655760290" sldId="286"/>
        </pc:sldMkLst>
        <pc:spChg chg="mod">
          <ac:chgData name="Gabriel Quintella" userId="0401f16030b3bbcc" providerId="LiveId" clId="{F1678828-E0BD-4CE7-B98A-F2FEFF683645}" dt="2022-01-20T14:20:41.713" v="324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 modAnim">
        <pc:chgData name="Gabriel Quintella" userId="0401f16030b3bbcc" providerId="LiveId" clId="{F1678828-E0BD-4CE7-B98A-F2FEFF683645}" dt="2022-01-21T01:56:41.508" v="764"/>
        <pc:sldMkLst>
          <pc:docMk/>
          <pc:sldMk cId="2687159608" sldId="287"/>
        </pc:sldMkLst>
        <pc:spChg chg="mod">
          <ac:chgData name="Gabriel Quintella" userId="0401f16030b3bbcc" providerId="LiveId" clId="{F1678828-E0BD-4CE7-B98A-F2FEFF683645}" dt="2022-01-21T01:56:13.714" v="761" actId="21"/>
          <ac:spMkLst>
            <pc:docMk/>
            <pc:sldMk cId="2687159608" sldId="287"/>
            <ac:spMk id="2" creationId="{A22A48B3-5314-4374-A82C-5EA1D94D2747}"/>
          </ac:spMkLst>
        </pc:spChg>
      </pc:sldChg>
      <pc:sldChg chg="addSp modSp mod">
        <pc:chgData name="Gabriel Quintella" userId="0401f16030b3bbcc" providerId="LiveId" clId="{F1678828-E0BD-4CE7-B98A-F2FEFF683645}" dt="2022-01-21T02:01:55.758" v="791" actId="1076"/>
        <pc:sldMkLst>
          <pc:docMk/>
          <pc:sldMk cId="267626220" sldId="296"/>
        </pc:sldMkLst>
        <pc:spChg chg="mod">
          <ac:chgData name="Gabriel Quintella" userId="0401f16030b3bbcc" providerId="LiveId" clId="{F1678828-E0BD-4CE7-B98A-F2FEFF683645}" dt="2022-01-21T02:00:50.522" v="776" actId="1076"/>
          <ac:spMkLst>
            <pc:docMk/>
            <pc:sldMk cId="267626220" sldId="296"/>
            <ac:spMk id="3" creationId="{6ECE45D1-F65A-44E4-88A0-371BF51EE333}"/>
          </ac:spMkLst>
        </pc:spChg>
        <pc:spChg chg="add mod">
          <ac:chgData name="Gabriel Quintella" userId="0401f16030b3bbcc" providerId="LiveId" clId="{F1678828-E0BD-4CE7-B98A-F2FEFF683645}" dt="2022-01-21T02:01:35.025" v="788" actId="1076"/>
          <ac:spMkLst>
            <pc:docMk/>
            <pc:sldMk cId="267626220" sldId="296"/>
            <ac:spMk id="5" creationId="{C880C76C-9BDB-4FD9-8C5C-65BE73C98A14}"/>
          </ac:spMkLst>
        </pc:spChg>
        <pc:picChg chg="add mod">
          <ac:chgData name="Gabriel Quintella" userId="0401f16030b3bbcc" providerId="LiveId" clId="{F1678828-E0BD-4CE7-B98A-F2FEFF683645}" dt="2022-01-21T02:01:55.758" v="791" actId="1076"/>
          <ac:picMkLst>
            <pc:docMk/>
            <pc:sldMk cId="267626220" sldId="296"/>
            <ac:picMk id="1026" creationId="{82D8D962-2EAD-40FF-85EB-611B76E6F5A6}"/>
          </ac:picMkLst>
        </pc:picChg>
      </pc:sldChg>
      <pc:sldChg chg="addSp delSp modSp mod">
        <pc:chgData name="Gabriel Quintella" userId="0401f16030b3bbcc" providerId="LiveId" clId="{F1678828-E0BD-4CE7-B98A-F2FEFF683645}" dt="2022-01-20T14:53:46.055" v="396" actId="1076"/>
        <pc:sldMkLst>
          <pc:docMk/>
          <pc:sldMk cId="3602483249" sldId="310"/>
        </pc:sldMkLst>
        <pc:spChg chg="del">
          <ac:chgData name="Gabriel Quintella" userId="0401f16030b3bbcc" providerId="LiveId" clId="{F1678828-E0BD-4CE7-B98A-F2FEFF683645}" dt="2022-01-20T14:49:32.424" v="330" actId="478"/>
          <ac:spMkLst>
            <pc:docMk/>
            <pc:sldMk cId="3602483249" sldId="310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14:53:46.055" v="396" actId="1076"/>
          <ac:spMkLst>
            <pc:docMk/>
            <pc:sldMk cId="3602483249" sldId="310"/>
            <ac:spMk id="3" creationId="{63ACB423-586F-4488-A5E7-AFAB851385CC}"/>
          </ac:spMkLst>
        </pc:spChg>
        <pc:spChg chg="add mod">
          <ac:chgData name="Gabriel Quintella" userId="0401f16030b3bbcc" providerId="LiveId" clId="{F1678828-E0BD-4CE7-B98A-F2FEFF683645}" dt="2022-01-20T14:49:54.522" v="347" actId="20577"/>
          <ac:spMkLst>
            <pc:docMk/>
            <pc:sldMk cId="3602483249" sldId="310"/>
            <ac:spMk id="5" creationId="{A38B93BE-7CA2-44E6-838E-4B378D04A5FB}"/>
          </ac:spMkLst>
        </pc:spChg>
      </pc:sldChg>
      <pc:sldChg chg="addSp delSp modSp mod">
        <pc:chgData name="Gabriel Quintella" userId="0401f16030b3bbcc" providerId="LiveId" clId="{F1678828-E0BD-4CE7-B98A-F2FEFF683645}" dt="2022-01-20T15:46:21.086" v="699" actId="403"/>
        <pc:sldMkLst>
          <pc:docMk/>
          <pc:sldMk cId="1400697358" sldId="311"/>
        </pc:sldMkLst>
        <pc:spChg chg="del">
          <ac:chgData name="Gabriel Quintella" userId="0401f16030b3bbcc" providerId="LiveId" clId="{F1678828-E0BD-4CE7-B98A-F2FEFF683645}" dt="2022-01-20T15:35:47.515" v="537" actId="478"/>
          <ac:spMkLst>
            <pc:docMk/>
            <pc:sldMk cId="1400697358" sldId="311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46:21.086" v="699" actId="403"/>
          <ac:spMkLst>
            <pc:docMk/>
            <pc:sldMk cId="1400697358" sldId="311"/>
            <ac:spMk id="5" creationId="{51A53649-866D-4C43-B099-5F8B313ACB6A}"/>
          </ac:spMkLst>
        </pc:spChg>
      </pc:sldChg>
      <pc:sldChg chg="addSp delSp modSp mod">
        <pc:chgData name="Gabriel Quintella" userId="0401f16030b3bbcc" providerId="LiveId" clId="{F1678828-E0BD-4CE7-B98A-F2FEFF683645}" dt="2022-01-20T15:39:14.227" v="554" actId="1076"/>
        <pc:sldMkLst>
          <pc:docMk/>
          <pc:sldMk cId="3638034034" sldId="312"/>
        </pc:sldMkLst>
        <pc:spChg chg="del">
          <ac:chgData name="Gabriel Quintella" userId="0401f16030b3bbcc" providerId="LiveId" clId="{F1678828-E0BD-4CE7-B98A-F2FEFF683645}" dt="2022-01-20T15:38:43.042" v="547" actId="478"/>
          <ac:spMkLst>
            <pc:docMk/>
            <pc:sldMk cId="3638034034" sldId="312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14.227" v="554" actId="1076"/>
          <ac:spMkLst>
            <pc:docMk/>
            <pc:sldMk cId="3638034034" sldId="312"/>
            <ac:spMk id="5" creationId="{FA804B09-AF4F-4388-B782-70A91A6E88A4}"/>
          </ac:spMkLst>
        </pc:spChg>
      </pc:sldChg>
      <pc:sldChg chg="addSp delSp modSp mod">
        <pc:chgData name="Gabriel Quintella" userId="0401f16030b3bbcc" providerId="LiveId" clId="{F1678828-E0BD-4CE7-B98A-F2FEFF683645}" dt="2022-01-20T15:39:56.243" v="588" actId="1076"/>
        <pc:sldMkLst>
          <pc:docMk/>
          <pc:sldMk cId="2599921827" sldId="313"/>
        </pc:sldMkLst>
        <pc:spChg chg="del">
          <ac:chgData name="Gabriel Quintella" userId="0401f16030b3bbcc" providerId="LiveId" clId="{F1678828-E0BD-4CE7-B98A-F2FEFF683645}" dt="2022-01-20T15:39:19.652" v="555" actId="478"/>
          <ac:spMkLst>
            <pc:docMk/>
            <pc:sldMk cId="2599921827" sldId="313"/>
            <ac:spMk id="2" creationId="{F3C0FA09-5987-42FD-B871-AAB1BECEDA2F}"/>
          </ac:spMkLst>
        </pc:spChg>
        <pc:spChg chg="del">
          <ac:chgData name="Gabriel Quintella" userId="0401f16030b3bbcc" providerId="LiveId" clId="{F1678828-E0BD-4CE7-B98A-F2FEFF683645}" dt="2022-01-20T15:39:21.680" v="556" actId="478"/>
          <ac:spMkLst>
            <pc:docMk/>
            <pc:sldMk cId="2599921827" sldId="313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56.243" v="588" actId="1076"/>
          <ac:spMkLst>
            <pc:docMk/>
            <pc:sldMk cId="2599921827" sldId="313"/>
            <ac:spMk id="6" creationId="{7CEDCE6B-972A-4A55-8670-842BFA9F7C86}"/>
          </ac:spMkLst>
        </pc:spChg>
      </pc:sldChg>
      <pc:sldChg chg="delSp modSp mod">
        <pc:chgData name="Gabriel Quintella" userId="0401f16030b3bbcc" providerId="LiveId" clId="{F1678828-E0BD-4CE7-B98A-F2FEFF683645}" dt="2022-01-21T01:34:53.437" v="728" actId="1076"/>
        <pc:sldMkLst>
          <pc:docMk/>
          <pc:sldMk cId="2702106009" sldId="314"/>
        </pc:sldMkLst>
        <pc:spChg chg="mod">
          <ac:chgData name="Gabriel Quintella" userId="0401f16030b3bbcc" providerId="LiveId" clId="{F1678828-E0BD-4CE7-B98A-F2FEFF683645}" dt="2022-01-21T01:34:53.437" v="728" actId="1076"/>
          <ac:spMkLst>
            <pc:docMk/>
            <pc:sldMk cId="2702106009" sldId="314"/>
            <ac:spMk id="5" creationId="{D5A76DA4-1513-472B-B935-BB182C02E367}"/>
          </ac:spMkLst>
        </pc:spChg>
        <pc:spChg chg="del mod">
          <ac:chgData name="Gabriel Quintella" userId="0401f16030b3bbcc" providerId="LiveId" clId="{F1678828-E0BD-4CE7-B98A-F2FEFF683645}" dt="2022-01-21T01:34:11.503" v="713" actId="478"/>
          <ac:spMkLst>
            <pc:docMk/>
            <pc:sldMk cId="2702106009" sldId="314"/>
            <ac:spMk id="6" creationId="{74EC10F0-C70F-424D-ACCC-49F3D9F71DE7}"/>
          </ac:spMkLst>
        </pc:spChg>
      </pc:sldChg>
      <pc:sldChg chg="addSp delSp modSp mod">
        <pc:chgData name="Gabriel Quintella" userId="0401f16030b3bbcc" providerId="LiveId" clId="{F1678828-E0BD-4CE7-B98A-F2FEFF683645}" dt="2022-01-21T01:48:19.980" v="749" actId="2711"/>
        <pc:sldMkLst>
          <pc:docMk/>
          <pc:sldMk cId="1025678899" sldId="315"/>
        </pc:sldMkLst>
        <pc:spChg chg="del">
          <ac:chgData name="Gabriel Quintella" userId="0401f16030b3bbcc" providerId="LiveId" clId="{F1678828-E0BD-4CE7-B98A-F2FEFF683645}" dt="2022-01-21T01:47:11.832" v="739" actId="478"/>
          <ac:spMkLst>
            <pc:docMk/>
            <pc:sldMk cId="1025678899" sldId="315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1T01:48:19.980" v="749" actId="2711"/>
          <ac:spMkLst>
            <pc:docMk/>
            <pc:sldMk cId="1025678899" sldId="315"/>
            <ac:spMk id="5" creationId="{CC6F6DDC-B2CB-4D18-B574-75DA34B9395C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4:47:05.729" v="329"/>
        <pc:sldMkLst>
          <pc:docMk/>
          <pc:sldMk cId="2106146452" sldId="316"/>
        </pc:sldMkLst>
        <pc:spChg chg="add">
          <ac:chgData name="Gabriel Quintella" userId="0401f16030b3bbcc" providerId="LiveId" clId="{F1678828-E0BD-4CE7-B98A-F2FEFF683645}" dt="2022-01-20T14:46:56.777" v="327" actId="26606"/>
          <ac:spMkLst>
            <pc:docMk/>
            <pc:sldMk cId="2106146452" sldId="316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4:46:50.761" v="326"/>
          <ac:spMkLst>
            <pc:docMk/>
            <pc:sldMk cId="2106146452" sldId="316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19.041" v="531"/>
        <pc:sldMkLst>
          <pc:docMk/>
          <pc:sldMk cId="3898195634" sldId="317"/>
        </pc:sldMkLst>
        <pc:spChg chg="del">
          <ac:chgData name="Gabriel Quintella" userId="0401f16030b3bbcc" providerId="LiveId" clId="{F1678828-E0BD-4CE7-B98A-F2FEFF683645}" dt="2022-01-20T15:35:08.492" v="528"/>
          <ac:spMkLst>
            <pc:docMk/>
            <pc:sldMk cId="3898195634" sldId="317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0T15:35:13.357" v="529" actId="26606"/>
          <ac:spMkLst>
            <pc:docMk/>
            <pc:sldMk cId="3898195634" sldId="317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36.150" v="536"/>
        <pc:sldMkLst>
          <pc:docMk/>
          <pc:sldMk cId="4287416337" sldId="318"/>
        </pc:sldMkLst>
        <pc:spChg chg="add">
          <ac:chgData name="Gabriel Quintella" userId="0401f16030b3bbcc" providerId="LiveId" clId="{F1678828-E0BD-4CE7-B98A-F2FEFF683645}" dt="2022-01-20T15:35:33.456" v="534" actId="26606"/>
          <ac:spMkLst>
            <pc:docMk/>
            <pc:sldMk cId="4287416337" sldId="318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5:35:29.381" v="533"/>
          <ac:spMkLst>
            <pc:docMk/>
            <pc:sldMk cId="4287416337" sldId="318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1:46:17.269" v="735"/>
        <pc:sldMkLst>
          <pc:docMk/>
          <pc:sldMk cId="217444704" sldId="319"/>
        </pc:sldMkLst>
        <pc:spChg chg="del">
          <ac:chgData name="Gabriel Quintella" userId="0401f16030b3bbcc" providerId="LiveId" clId="{F1678828-E0BD-4CE7-B98A-F2FEFF683645}" dt="2022-01-21T01:46:09.451" v="732"/>
          <ac:spMkLst>
            <pc:docMk/>
            <pc:sldMk cId="217444704" sldId="319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13.675" v="733" actId="26606"/>
          <ac:spMkLst>
            <pc:docMk/>
            <pc:sldMk cId="217444704" sldId="319"/>
            <ac:spMk id="5124" creationId="{E49CC64F-7275-4E33-961B-0C5CDC439875}"/>
          </ac:spMkLst>
        </pc:spChg>
      </pc:sldChg>
      <pc:sldChg chg="addSp delSp add mod setBg delDesignElem">
        <pc:chgData name="Gabriel Quintella" userId="0401f16030b3bbcc" providerId="LiveId" clId="{F1678828-E0BD-4CE7-B98A-F2FEFF683645}" dt="2022-01-21T01:46:34.823" v="738" actId="26606"/>
        <pc:sldMkLst>
          <pc:docMk/>
          <pc:sldMk cId="4085264771" sldId="320"/>
        </pc:sldMkLst>
        <pc:spChg chg="del">
          <ac:chgData name="Gabriel Quintella" userId="0401f16030b3bbcc" providerId="LiveId" clId="{F1678828-E0BD-4CE7-B98A-F2FEFF683645}" dt="2022-01-21T01:46:29.914" v="737"/>
          <ac:spMkLst>
            <pc:docMk/>
            <pc:sldMk cId="4085264771" sldId="320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34.823" v="738" actId="26606"/>
          <ac:spMkLst>
            <pc:docMk/>
            <pc:sldMk cId="4085264771" sldId="320"/>
            <ac:spMk id="512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1678828-E0BD-4CE7-B98A-F2FEFF683645}" dt="2022-01-21T01:59:54.974" v="767" actId="26606"/>
        <pc:sldMkLst>
          <pc:docMk/>
          <pc:sldMk cId="1256246744" sldId="321"/>
        </pc:sldMkLst>
        <pc:spChg chg="mo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3" creationId="{6ECE45D1-F65A-44E4-88A0-371BF51EE333}"/>
          </ac:spMkLst>
        </pc:spChg>
        <pc:spChg chg="ad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6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1:59:49.201" v="766"/>
          <ac:spMkLst>
            <pc:docMk/>
            <pc:sldMk cId="1256246744" sldId="321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2:03:22.775" v="796" actId="26606"/>
        <pc:sldMkLst>
          <pc:docMk/>
          <pc:sldMk cId="1806279855" sldId="322"/>
        </pc:sldMkLst>
        <pc:spChg chg="add">
          <ac:chgData name="Gabriel Quintella" userId="0401f16030b3bbcc" providerId="LiveId" clId="{F1678828-E0BD-4CE7-B98A-F2FEFF683645}" dt="2022-01-21T02:03:22.775" v="796" actId="26606"/>
          <ac:spMkLst>
            <pc:docMk/>
            <pc:sldMk cId="1806279855" sldId="322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2:03:17.832" v="793"/>
          <ac:spMkLst>
            <pc:docMk/>
            <pc:sldMk cId="1806279855" sldId="322"/>
            <ac:spMk id="5124" creationId="{E49CC64F-7275-4E33-961B-0C5CDC439875}"/>
          </ac:spMkLst>
        </pc:spChg>
      </pc:sldChg>
    </pc:docChg>
  </pc:docChgLst>
  <pc:docChgLst>
    <pc:chgData name="Gabriel Quintella" userId="0401f16030b3bbcc" providerId="LiveId" clId="{2176CFFB-EAC0-4AB4-8935-C00161D88136}"/>
    <pc:docChg chg="undo redo custSel addSld delSld modSld sldOrd">
      <pc:chgData name="Gabriel Quintella" userId="0401f16030b3bbcc" providerId="LiveId" clId="{2176CFFB-EAC0-4AB4-8935-C00161D88136}" dt="2022-01-26T03:07:07.332" v="3152" actId="1076"/>
      <pc:docMkLst>
        <pc:docMk/>
      </pc:docMkLst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638894639" sldId="264"/>
        </pc:sldMkLst>
      </pc:sldChg>
      <pc:sldChg chg="delSp modSp mod ord">
        <pc:chgData name="Gabriel Quintella" userId="0401f16030b3bbcc" providerId="LiveId" clId="{2176CFFB-EAC0-4AB4-8935-C00161D88136}" dt="2022-01-26T01:43:34.353" v="1690"/>
        <pc:sldMkLst>
          <pc:docMk/>
          <pc:sldMk cId="214360441" sldId="274"/>
        </pc:sldMkLst>
        <pc:spChg chg="mod">
          <ac:chgData name="Gabriel Quintella" userId="0401f16030b3bbcc" providerId="LiveId" clId="{2176CFFB-EAC0-4AB4-8935-C00161D88136}" dt="2022-01-24T00:56:23.053" v="153" actId="1035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2176CFFB-EAC0-4AB4-8935-C00161D88136}" dt="2022-01-26T01:01:24.772" v="458" actId="120"/>
          <ac:spMkLst>
            <pc:docMk/>
            <pc:sldMk cId="214360441" sldId="274"/>
            <ac:spMk id="3" creationId="{BD195509-717A-46FB-B99F-6404C6E20256}"/>
          </ac:spMkLst>
        </pc:spChg>
        <pc:picChg chg="del">
          <ac:chgData name="Gabriel Quintella" userId="0401f16030b3bbcc" providerId="LiveId" clId="{2176CFFB-EAC0-4AB4-8935-C00161D88136}" dt="2022-01-24T00:54:14.308" v="87" actId="478"/>
          <ac:picMkLst>
            <pc:docMk/>
            <pc:sldMk cId="214360441" sldId="274"/>
            <ac:picMk id="1028" creationId="{DD84CC05-A57B-478C-A4BA-45E4967986D5}"/>
          </ac:picMkLst>
        </pc:picChg>
      </pc:sldChg>
      <pc:sldChg chg="addSp modSp mod modAnim">
        <pc:chgData name="Gabriel Quintella" userId="0401f16030b3bbcc" providerId="LiveId" clId="{2176CFFB-EAC0-4AB4-8935-C00161D88136}" dt="2022-01-26T02:56:31.151" v="2599" actId="20577"/>
        <pc:sldMkLst>
          <pc:docMk/>
          <pc:sldMk cId="1699139359" sldId="280"/>
        </pc:sldMkLst>
        <pc:spChg chg="add mod">
          <ac:chgData name="Gabriel Quintella" userId="0401f16030b3bbcc" providerId="LiveId" clId="{2176CFFB-EAC0-4AB4-8935-C00161D88136}" dt="2022-01-26T02:56:31.151" v="2599" actId="20577"/>
          <ac:spMkLst>
            <pc:docMk/>
            <pc:sldMk cId="1699139359" sldId="280"/>
            <ac:spMk id="2" creationId="{2E04DEE3-EEF4-4985-A2DD-88A8B36FD41B}"/>
          </ac:spMkLst>
        </pc:spChg>
        <pc:spChg chg="mod">
          <ac:chgData name="Gabriel Quintella" userId="0401f16030b3bbcc" providerId="LiveId" clId="{2176CFFB-EAC0-4AB4-8935-C00161D88136}" dt="2022-01-26T01:10:28.326" v="672" actId="403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2176CFFB-EAC0-4AB4-8935-C00161D88136}" dt="2022-01-21T17:45:51.726" v="65" actId="20577"/>
        <pc:sldMkLst>
          <pc:docMk/>
          <pc:sldMk cId="1655760290" sldId="286"/>
        </pc:sldMkLst>
        <pc:spChg chg="mod">
          <ac:chgData name="Gabriel Quintella" userId="0401f16030b3bbcc" providerId="LiveId" clId="{2176CFFB-EAC0-4AB4-8935-C00161D88136}" dt="2022-01-21T17:45:51.726" v="6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ord modAnim">
        <pc:chgData name="Gabriel Quintella" userId="0401f16030b3bbcc" providerId="LiveId" clId="{2176CFFB-EAC0-4AB4-8935-C00161D88136}" dt="2022-01-26T02:41:35.252" v="2458" actId="1076"/>
        <pc:sldMkLst>
          <pc:docMk/>
          <pc:sldMk cId="2687159608" sldId="287"/>
        </pc:sldMkLst>
        <pc:spChg chg="mod">
          <ac:chgData name="Gabriel Quintella" userId="0401f16030b3bbcc" providerId="LiveId" clId="{2176CFFB-EAC0-4AB4-8935-C00161D88136}" dt="2022-01-26T02:41:35.252" v="2458" actId="1076"/>
          <ac:spMkLst>
            <pc:docMk/>
            <pc:sldMk cId="2687159608" sldId="287"/>
            <ac:spMk id="2" creationId="{A22A48B3-5314-4374-A82C-5EA1D94D2747}"/>
          </ac:spMkLst>
        </pc:spChg>
        <pc:spChg chg="add del">
          <ac:chgData name="Gabriel Quintella" userId="0401f16030b3bbcc" providerId="LiveId" clId="{2176CFFB-EAC0-4AB4-8935-C00161D88136}" dt="2022-01-24T00:55:19.395" v="92"/>
          <ac:spMkLst>
            <pc:docMk/>
            <pc:sldMk cId="2687159608" sldId="287"/>
            <ac:spMk id="3" creationId="{21A493B3-98C4-4E79-9719-03C35F4BE749}"/>
          </ac:spMkLst>
        </pc:spChg>
        <pc:spChg chg="add del">
          <ac:chgData name="Gabriel Quintella" userId="0401f16030b3bbcc" providerId="LiveId" clId="{2176CFFB-EAC0-4AB4-8935-C00161D88136}" dt="2022-01-24T00:55:22.739" v="95"/>
          <ac:spMkLst>
            <pc:docMk/>
            <pc:sldMk cId="2687159608" sldId="287"/>
            <ac:spMk id="5" creationId="{74EE26CC-371E-4040-A684-54F1368C5060}"/>
          </ac:spMkLst>
        </pc:spChg>
        <pc:spChg chg="add mod">
          <ac:chgData name="Gabriel Quintella" userId="0401f16030b3bbcc" providerId="LiveId" clId="{2176CFFB-EAC0-4AB4-8935-C00161D88136}" dt="2022-01-26T02:38:12.564" v="2405" actId="1076"/>
          <ac:spMkLst>
            <pc:docMk/>
            <pc:sldMk cId="2687159608" sldId="287"/>
            <ac:spMk id="5" creationId="{F8932E9D-A238-4B0B-A5C6-DE18B28A5BBF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67626220" sldId="296"/>
        </pc:sldMkLst>
      </pc:sldChg>
      <pc:sldChg chg="addSp delSp modSp mod">
        <pc:chgData name="Gabriel Quintella" userId="0401f16030b3bbcc" providerId="LiveId" clId="{2176CFFB-EAC0-4AB4-8935-C00161D88136}" dt="2022-01-26T01:16:11.891" v="727" actId="478"/>
        <pc:sldMkLst>
          <pc:docMk/>
          <pc:sldMk cId="3602483249" sldId="310"/>
        </pc:sldMkLst>
        <pc:spChg chg="del mod">
          <ac:chgData name="Gabriel Quintella" userId="0401f16030b3bbcc" providerId="LiveId" clId="{2176CFFB-EAC0-4AB4-8935-C00161D88136}" dt="2022-01-26T01:16:11.891" v="727" actId="478"/>
          <ac:spMkLst>
            <pc:docMk/>
            <pc:sldMk cId="3602483249" sldId="310"/>
            <ac:spMk id="3" creationId="{63ACB423-586F-4488-A5E7-AFAB851385CC}"/>
          </ac:spMkLst>
        </pc:spChg>
        <pc:spChg chg="del mod">
          <ac:chgData name="Gabriel Quintella" userId="0401f16030b3bbcc" providerId="LiveId" clId="{2176CFFB-EAC0-4AB4-8935-C00161D88136}" dt="2022-01-26T01:15:27.362" v="709" actId="478"/>
          <ac:spMkLst>
            <pc:docMk/>
            <pc:sldMk cId="3602483249" sldId="310"/>
            <ac:spMk id="5" creationId="{A38B93BE-7CA2-44E6-838E-4B378D04A5FB}"/>
          </ac:spMkLst>
        </pc:spChg>
        <pc:spChg chg="add mod">
          <ac:chgData name="Gabriel Quintella" userId="0401f16030b3bbcc" providerId="LiveId" clId="{2176CFFB-EAC0-4AB4-8935-C00161D88136}" dt="2022-01-26T01:15:23.761" v="708"/>
          <ac:spMkLst>
            <pc:docMk/>
            <pc:sldMk cId="3602483249" sldId="310"/>
            <ac:spMk id="6" creationId="{14E44439-84C9-4B2D-A51A-58C5054AC038}"/>
          </ac:spMkLst>
        </pc:spChg>
        <pc:spChg chg="add mod">
          <ac:chgData name="Gabriel Quintella" userId="0401f16030b3bbcc" providerId="LiveId" clId="{2176CFFB-EAC0-4AB4-8935-C00161D88136}" dt="2022-01-26T01:16:07.095" v="726" actId="6549"/>
          <ac:spMkLst>
            <pc:docMk/>
            <pc:sldMk cId="3602483249" sldId="310"/>
            <ac:spMk id="7" creationId="{274BF52B-A6C3-4C91-9C4A-CC2C55DA4B7A}"/>
          </ac:spMkLst>
        </pc:spChg>
      </pc:sldChg>
      <pc:sldChg chg="addSp delSp modSp mod">
        <pc:chgData name="Gabriel Quintella" userId="0401f16030b3bbcc" providerId="LiveId" clId="{2176CFFB-EAC0-4AB4-8935-C00161D88136}" dt="2022-01-26T01:33:45.176" v="1476" actId="20577"/>
        <pc:sldMkLst>
          <pc:docMk/>
          <pc:sldMk cId="1400697358" sldId="311"/>
        </pc:sldMkLst>
        <pc:spChg chg="del">
          <ac:chgData name="Gabriel Quintella" userId="0401f16030b3bbcc" providerId="LiveId" clId="{2176CFFB-EAC0-4AB4-8935-C00161D88136}" dt="2022-01-26T01:11:41.128" v="681" actId="478"/>
          <ac:spMkLst>
            <pc:docMk/>
            <pc:sldMk cId="1400697358" sldId="311"/>
            <ac:spMk id="5" creationId="{51A53649-866D-4C43-B099-5F8B313ACB6A}"/>
          </ac:spMkLst>
        </pc:spChg>
        <pc:spChg chg="add mod">
          <ac:chgData name="Gabriel Quintella" userId="0401f16030b3bbcc" providerId="LiveId" clId="{2176CFFB-EAC0-4AB4-8935-C00161D88136}" dt="2022-01-26T01:11:46.842" v="691" actId="20577"/>
          <ac:spMkLst>
            <pc:docMk/>
            <pc:sldMk cId="1400697358" sldId="311"/>
            <ac:spMk id="6" creationId="{A9271859-B66C-4141-97F6-5B1BDEB57619}"/>
          </ac:spMkLst>
        </pc:spChg>
        <pc:spChg chg="add mod">
          <ac:chgData name="Gabriel Quintella" userId="0401f16030b3bbcc" providerId="LiveId" clId="{2176CFFB-EAC0-4AB4-8935-C00161D88136}" dt="2022-01-26T01:33:45.176" v="1476" actId="20577"/>
          <ac:spMkLst>
            <pc:docMk/>
            <pc:sldMk cId="1400697358" sldId="311"/>
            <ac:spMk id="7" creationId="{952D24E8-9AD7-4F1F-8F44-2D2B1EF4829A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3638034034" sldId="312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599921827" sldId="313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702106009" sldId="314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025678899" sldId="315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17444704" sldId="319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4085264771" sldId="320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806279855" sldId="322"/>
        </pc:sldMkLst>
      </pc:sldChg>
      <pc:sldChg chg="addSp delSp modSp add mod setBg delDesignElem">
        <pc:chgData name="Gabriel Quintella" userId="0401f16030b3bbcc" providerId="LiveId" clId="{2176CFFB-EAC0-4AB4-8935-C00161D88136}" dt="2022-01-26T01:40:36.958" v="1677" actId="1076"/>
        <pc:sldMkLst>
          <pc:docMk/>
          <pc:sldMk cId="1643912254" sldId="323"/>
        </pc:sldMkLst>
        <pc:spChg chg="mod">
          <ac:chgData name="Gabriel Quintella" userId="0401f16030b3bbcc" providerId="LiveId" clId="{2176CFFB-EAC0-4AB4-8935-C00161D88136}" dt="2022-01-26T01:40:36.958" v="1677" actId="1076"/>
          <ac:spMkLst>
            <pc:docMk/>
            <pc:sldMk cId="1643912254" sldId="323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4T00:57:25.124" v="155"/>
          <ac:spMkLst>
            <pc:docMk/>
            <pc:sldMk cId="1643912254" sldId="323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4T00:58:24.820" v="240" actId="26606"/>
          <ac:spMkLst>
            <pc:docMk/>
            <pc:sldMk cId="1643912254" sldId="323"/>
            <ac:spMk id="9" creationId="{E49CC64F-7275-4E33-961B-0C5CDC439875}"/>
          </ac:spMkLst>
        </pc:spChg>
      </pc:sldChg>
      <pc:sldChg chg="addSp delSp modSp add mod setBg modAnim delDesignElem">
        <pc:chgData name="Gabriel Quintella" userId="0401f16030b3bbcc" providerId="LiveId" clId="{2176CFFB-EAC0-4AB4-8935-C00161D88136}" dt="2022-01-26T02:56:54.990" v="2606" actId="6549"/>
        <pc:sldMkLst>
          <pc:docMk/>
          <pc:sldMk cId="3716902256" sldId="324"/>
        </pc:sldMkLst>
        <pc:spChg chg="del mod">
          <ac:chgData name="Gabriel Quintella" userId="0401f16030b3bbcc" providerId="LiveId" clId="{2176CFFB-EAC0-4AB4-8935-C00161D88136}" dt="2022-01-26T01:10:37.828" v="673" actId="478"/>
          <ac:spMkLst>
            <pc:docMk/>
            <pc:sldMk cId="3716902256" sldId="324"/>
            <ac:spMk id="3" creationId="{1C68C712-3EB5-4548-B017-0B4D8DE9FFB9}"/>
          </ac:spMkLst>
        </pc:spChg>
        <pc:spChg chg="add mod">
          <ac:chgData name="Gabriel Quintella" userId="0401f16030b3bbcc" providerId="LiveId" clId="{2176CFFB-EAC0-4AB4-8935-C00161D88136}" dt="2022-01-26T01:10:42.988" v="680" actId="20577"/>
          <ac:spMkLst>
            <pc:docMk/>
            <pc:sldMk cId="3716902256" sldId="324"/>
            <ac:spMk id="6" creationId="{EEC9B57E-9CB1-4AC6-9EE4-46A88A30D625}"/>
          </ac:spMkLst>
        </pc:spChg>
        <pc:spChg chg="add mod">
          <ac:chgData name="Gabriel Quintella" userId="0401f16030b3bbcc" providerId="LiveId" clId="{2176CFFB-EAC0-4AB4-8935-C00161D88136}" dt="2022-01-26T02:56:54.990" v="2606" actId="6549"/>
          <ac:spMkLst>
            <pc:docMk/>
            <pc:sldMk cId="3716902256" sldId="324"/>
            <ac:spMk id="7" creationId="{6BD12955-49C4-4E59-AF82-CF5A49E19470}"/>
          </ac:spMkLst>
        </pc:spChg>
        <pc:spChg chg="add">
          <ac:chgData name="Gabriel Quintella" userId="0401f16030b3bbcc" providerId="LiveId" clId="{2176CFFB-EAC0-4AB4-8935-C00161D88136}" dt="2022-01-26T01:09:22.048" v="622" actId="26606"/>
          <ac:spMkLst>
            <pc:docMk/>
            <pc:sldMk cId="3716902256" sldId="324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09:05.614" v="616"/>
          <ac:spMkLst>
            <pc:docMk/>
            <pc:sldMk cId="3716902256" sldId="324"/>
            <ac:spMk id="11" creationId="{E49CC64F-7275-4E33-961B-0C5CDC439875}"/>
          </ac:spMkLst>
        </pc:spChg>
        <pc:picChg chg="mod">
          <ac:chgData name="Gabriel Quintella" userId="0401f16030b3bbcc" providerId="LiveId" clId="{2176CFFB-EAC0-4AB4-8935-C00161D88136}" dt="2022-01-26T01:09:24.814" v="623" actId="27614"/>
          <ac:picMkLst>
            <pc:docMk/>
            <pc:sldMk cId="3716902256" sldId="324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22:32.723" v="1198" actId="255"/>
        <pc:sldMkLst>
          <pc:docMk/>
          <pc:sldMk cId="1965782931" sldId="325"/>
        </pc:sldMkLst>
        <pc:spChg chg="mod">
          <ac:chgData name="Gabriel Quintella" userId="0401f16030b3bbcc" providerId="LiveId" clId="{2176CFFB-EAC0-4AB4-8935-C00161D88136}" dt="2022-01-26T01:22:32.723" v="1198" actId="255"/>
          <ac:spMkLst>
            <pc:docMk/>
            <pc:sldMk cId="1965782931" sldId="325"/>
            <ac:spMk id="2" creationId="{A22A48B3-5314-4374-A82C-5EA1D94D2747}"/>
          </ac:spMkLst>
        </pc:spChg>
        <pc:spChg chg="add">
          <ac:chgData name="Gabriel Quintella" userId="0401f16030b3bbcc" providerId="LiveId" clId="{2176CFFB-EAC0-4AB4-8935-C00161D88136}" dt="2022-01-26T01:17:04.870" v="736" actId="26606"/>
          <ac:spMkLst>
            <pc:docMk/>
            <pc:sldMk cId="1965782931" sldId="325"/>
            <ac:spMk id="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16:28.109" v="729"/>
          <ac:spMkLst>
            <pc:docMk/>
            <pc:sldMk cId="1965782931" sldId="325"/>
            <ac:spMk id="9" creationId="{E49CC64F-7275-4E33-961B-0C5CDC439875}"/>
          </ac:spMkLst>
        </pc:spChg>
      </pc:sldChg>
      <pc:sldChg chg="addSp delSp modSp add del mod ord setBg delDesignElem">
        <pc:chgData name="Gabriel Quintella" userId="0401f16030b3bbcc" providerId="LiveId" clId="{2176CFFB-EAC0-4AB4-8935-C00161D88136}" dt="2022-01-26T01:33:57.969" v="1478" actId="2696"/>
        <pc:sldMkLst>
          <pc:docMk/>
          <pc:sldMk cId="2836536046" sldId="326"/>
        </pc:sldMkLst>
        <pc:spChg chg="del">
          <ac:chgData name="Gabriel Quintella" userId="0401f16030b3bbcc" providerId="LiveId" clId="{2176CFFB-EAC0-4AB4-8935-C00161D88136}" dt="2022-01-26T01:22:54.382" v="1199" actId="478"/>
          <ac:spMkLst>
            <pc:docMk/>
            <pc:sldMk cId="2836536046" sldId="326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17:25.539" v="740"/>
          <ac:spMkLst>
            <pc:docMk/>
            <pc:sldMk cId="2836536046" sldId="326"/>
            <ac:spMk id="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1:26:58.884" v="1367" actId="255"/>
          <ac:spMkLst>
            <pc:docMk/>
            <pc:sldMk cId="2836536046" sldId="326"/>
            <ac:spMk id="7" creationId="{28416471-A237-4F3C-9AD8-8A46803D3190}"/>
          </ac:spMkLst>
        </pc:spChg>
        <pc:spChg chg="add">
          <ac:chgData name="Gabriel Quintella" userId="0401f16030b3bbcc" providerId="LiveId" clId="{2176CFFB-EAC0-4AB4-8935-C00161D88136}" dt="2022-01-26T01:17:29.942" v="741" actId="26606"/>
          <ac:spMkLst>
            <pc:docMk/>
            <pc:sldMk cId="2836536046" sldId="32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176CFFB-EAC0-4AB4-8935-C00161D88136}" dt="2022-01-26T01:37:00.430" v="1605" actId="1076"/>
        <pc:sldMkLst>
          <pc:docMk/>
          <pc:sldMk cId="2045008225" sldId="327"/>
        </pc:sldMkLst>
        <pc:spChg chg="mod">
          <ac:chgData name="Gabriel Quintella" userId="0401f16030b3bbcc" providerId="LiveId" clId="{2176CFFB-EAC0-4AB4-8935-C00161D88136}" dt="2022-01-26T01:37:00.430" v="1605" actId="1076"/>
          <ac:spMkLst>
            <pc:docMk/>
            <pc:sldMk cId="2045008225" sldId="327"/>
            <ac:spMk id="7" creationId="{28416471-A237-4F3C-9AD8-8A46803D3190}"/>
          </ac:spMkLst>
        </pc:spChg>
        <pc:spChg chg="del">
          <ac:chgData name="Gabriel Quintella" userId="0401f16030b3bbcc" providerId="LiveId" clId="{2176CFFB-EAC0-4AB4-8935-C00161D88136}" dt="2022-01-26T01:33:59.802" v="1480"/>
          <ac:spMkLst>
            <pc:docMk/>
            <pc:sldMk cId="2045008225" sldId="327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7.831" v="1491" actId="26606"/>
          <ac:spMkLst>
            <pc:docMk/>
            <pc:sldMk cId="2045008225" sldId="327"/>
            <ac:spMk id="12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4" creationId="{FC3C749F-9A26-4B1E-BC2E-572D03DF9593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5" creationId="{04A130CA-991E-4C92-A494-EB7D8666EFED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6" creationId="{F98D51C6-1188-49B8-B829-31D2C2813F10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8" creationId="{456BA586-8922-4113-BD35-BBF1EB1A1F42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0" creationId="{B497CCB5-5FC2-473C-AFCC-2430CEF1DF71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2" creationId="{599C8C75-BFDF-44E7-A028-EEB5EDD58817}"/>
          </ac:spMkLst>
        </pc:spChg>
        <pc:spChg chg="add">
          <ac:chgData name="Gabriel Quintella" userId="0401f16030b3bbcc" providerId="LiveId" clId="{2176CFFB-EAC0-4AB4-8935-C00161D88136}" dt="2022-01-26T01:34:48.536" v="1494" actId="26606"/>
          <ac:spMkLst>
            <pc:docMk/>
            <pc:sldMk cId="2045008225" sldId="327"/>
            <ac:spMk id="24" creationId="{E49CC64F-7275-4E33-961B-0C5CDC439875}"/>
          </ac:spMkLst>
        </pc:spChg>
        <pc:picChg chg="mod ord">
          <ac:chgData name="Gabriel Quintella" userId="0401f16030b3bbcc" providerId="LiveId" clId="{2176CFFB-EAC0-4AB4-8935-C00161D88136}" dt="2022-01-26T01:34:48.536" v="1494" actId="26606"/>
          <ac:picMkLst>
            <pc:docMk/>
            <pc:sldMk cId="2045008225" sldId="327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44:08.109" v="1718" actId="26606"/>
        <pc:sldMkLst>
          <pc:docMk/>
          <pc:sldMk cId="1324910844" sldId="328"/>
        </pc:sldMkLst>
        <pc:spChg chg="mo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3:38.953" v="1692"/>
          <ac:spMkLst>
            <pc:docMk/>
            <pc:sldMk cId="1324910844" sldId="328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9" creationId="{E49CC64F-7275-4E33-961B-0C5CDC439875}"/>
          </ac:spMkLst>
        </pc:spChg>
      </pc:sldChg>
      <pc:sldChg chg="addSp delSp modSp add mod ord setBg delAnim modAnim delDesignElem">
        <pc:chgData name="Gabriel Quintella" userId="0401f16030b3bbcc" providerId="LiveId" clId="{2176CFFB-EAC0-4AB4-8935-C00161D88136}" dt="2022-01-26T02:53:27.133" v="2553"/>
        <pc:sldMkLst>
          <pc:docMk/>
          <pc:sldMk cId="2260188626" sldId="329"/>
        </pc:sldMkLst>
        <pc:spChg chg="del mod">
          <ac:chgData name="Gabriel Quintella" userId="0401f16030b3bbcc" providerId="LiveId" clId="{2176CFFB-EAC0-4AB4-8935-C00161D88136}" dt="2022-01-26T01:46:37.687" v="1806" actId="478"/>
          <ac:spMkLst>
            <pc:docMk/>
            <pc:sldMk cId="2260188626" sldId="329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6:17.162" v="1802" actId="478"/>
          <ac:spMkLst>
            <pc:docMk/>
            <pc:sldMk cId="2260188626" sldId="329"/>
            <ac:spMk id="3" creationId="{BD195509-717A-46FB-B99F-6404C6E20256}"/>
          </ac:spMkLst>
        </pc:spChg>
        <pc:spChg chg="add mod">
          <ac:chgData name="Gabriel Quintella" userId="0401f16030b3bbcc" providerId="LiveId" clId="{2176CFFB-EAC0-4AB4-8935-C00161D88136}" dt="2022-01-26T02:52:43.724" v="2550" actId="1076"/>
          <ac:spMkLst>
            <pc:docMk/>
            <pc:sldMk cId="2260188626" sldId="329"/>
            <ac:spMk id="5" creationId="{16662D34-8937-42BB-B4AB-9C2B7704B3B7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7" creationId="{D243DA47-18F6-4CD1-A81D-42195A127143}"/>
          </ac:spMkLst>
        </pc:spChg>
        <pc:spChg chg="add del mod">
          <ac:chgData name="Gabriel Quintella" userId="0401f16030b3bbcc" providerId="LiveId" clId="{2176CFFB-EAC0-4AB4-8935-C00161D88136}" dt="2022-01-26T01:58:06.750" v="1873" actId="478"/>
          <ac:spMkLst>
            <pc:docMk/>
            <pc:sldMk cId="2260188626" sldId="329"/>
            <ac:spMk id="7" creationId="{F424A4EE-8082-4284-BB7A-11B2AFF86CFC}"/>
          </ac:spMkLst>
        </pc:spChg>
        <pc:spChg chg="add">
          <ac:chgData name="Gabriel Quintella" userId="0401f16030b3bbcc" providerId="LiveId" clId="{2176CFFB-EAC0-4AB4-8935-C00161D88136}" dt="2022-01-26T01:46:23.095" v="1803" actId="26606"/>
          <ac:spMkLst>
            <pc:docMk/>
            <pc:sldMk cId="2260188626" sldId="329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46:09.632" v="1801"/>
          <ac:spMkLst>
            <pc:docMk/>
            <pc:sldMk cId="2260188626" sldId="329"/>
            <ac:spMk id="1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2:52:34.571" v="2547" actId="1076"/>
          <ac:spMkLst>
            <pc:docMk/>
            <pc:sldMk cId="2260188626" sldId="329"/>
            <ac:spMk id="17" creationId="{833876D2-1E9E-4654-AB6C-910090CDE7E9}"/>
          </ac:spMkLst>
        </pc:spChg>
        <pc:spChg chg="add mod">
          <ac:chgData name="Gabriel Quintella" userId="0401f16030b3bbcc" providerId="LiveId" clId="{2176CFFB-EAC0-4AB4-8935-C00161D88136}" dt="2022-01-26T02:52:49.332" v="2551" actId="1076"/>
          <ac:spMkLst>
            <pc:docMk/>
            <pc:sldMk cId="2260188626" sldId="329"/>
            <ac:spMk id="18" creationId="{6860D639-96D5-401B-9A07-7CF5F5BE1438}"/>
          </ac:spMkLst>
        </pc:spChg>
        <pc:spChg chg="add del mod">
          <ac:chgData name="Gabriel Quintella" userId="0401f16030b3bbcc" providerId="LiveId" clId="{2176CFFB-EAC0-4AB4-8935-C00161D88136}" dt="2022-01-26T02:51:07.040" v="2519" actId="478"/>
          <ac:spMkLst>
            <pc:docMk/>
            <pc:sldMk cId="2260188626" sldId="329"/>
            <ac:spMk id="19" creationId="{38911737-FD46-494C-8FC9-578E44C4D51E}"/>
          </ac:spMkLst>
        </pc:spChg>
        <pc:spChg chg="add mod">
          <ac:chgData name="Gabriel Quintella" userId="0401f16030b3bbcc" providerId="LiveId" clId="{2176CFFB-EAC0-4AB4-8935-C00161D88136}" dt="2022-01-26T02:52:37.212" v="2548" actId="1076"/>
          <ac:spMkLst>
            <pc:docMk/>
            <pc:sldMk cId="2260188626" sldId="329"/>
            <ac:spMk id="20" creationId="{86A245E3-1EB8-4996-8E20-2E69D5F135BB}"/>
          </ac:spMkLst>
        </pc:spChg>
        <pc:spChg chg="add del mod">
          <ac:chgData name="Gabriel Quintella" userId="0401f16030b3bbcc" providerId="LiveId" clId="{2176CFFB-EAC0-4AB4-8935-C00161D88136}" dt="2022-01-26T02:51:03.914" v="2518" actId="478"/>
          <ac:spMkLst>
            <pc:docMk/>
            <pc:sldMk cId="2260188626" sldId="329"/>
            <ac:spMk id="22" creationId="{6D5A4D29-8AAB-4D89-8B34-C07DAA9F3BE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4" creationId="{479AF5D3-C869-42AD-B98B-13E364F2703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9" creationId="{86F848DD-ADE1-4DBB-AFF5-BCF68E8E158D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30" creationId="{8ECF6DAE-FCDE-43A2-9CB0-AC12BDC263E4}"/>
          </ac:spMkLst>
        </pc:spChg>
        <pc:spChg chg="add mod">
          <ac:chgData name="Gabriel Quintella" userId="0401f16030b3bbcc" providerId="LiveId" clId="{2176CFFB-EAC0-4AB4-8935-C00161D88136}" dt="2022-01-26T02:52:41.085" v="2549" actId="1076"/>
          <ac:spMkLst>
            <pc:docMk/>
            <pc:sldMk cId="2260188626" sldId="329"/>
            <ac:spMk id="31" creationId="{4E241D24-74C2-43D7-B87A-DE9A38760121}"/>
          </ac:spMkLst>
        </pc:spChg>
        <pc:spChg chg="add mod">
          <ac:chgData name="Gabriel Quintella" userId="0401f16030b3bbcc" providerId="LiveId" clId="{2176CFFB-EAC0-4AB4-8935-C00161D88136}" dt="2022-01-26T01:59:56.165" v="1894" actId="1076"/>
          <ac:spMkLst>
            <pc:docMk/>
            <pc:sldMk cId="2260188626" sldId="329"/>
            <ac:spMk id="35" creationId="{7F2A7F7C-B905-4E21-A29A-601EA18A19C5}"/>
          </ac:spMkLst>
        </pc:spChg>
        <pc:picChg chg="add del mod">
          <ac:chgData name="Gabriel Quintella" userId="0401f16030b3bbcc" providerId="LiveId" clId="{2176CFFB-EAC0-4AB4-8935-C00161D88136}" dt="2022-01-26T02:18:52.457" v="2350" actId="27349"/>
          <ac:picMkLst>
            <pc:docMk/>
            <pc:sldMk cId="2260188626" sldId="329"/>
            <ac:picMk id="6" creationId="{FE25F290-4E95-4B39-9D57-516B366D4E06}"/>
          </ac:picMkLst>
        </pc:picChg>
        <pc:picChg chg="add del mod">
          <ac:chgData name="Gabriel Quintella" userId="0401f16030b3bbcc" providerId="LiveId" clId="{2176CFFB-EAC0-4AB4-8935-C00161D88136}" dt="2022-01-26T01:51:23.121" v="1833" actId="478"/>
          <ac:picMkLst>
            <pc:docMk/>
            <pc:sldMk cId="2260188626" sldId="329"/>
            <ac:picMk id="10" creationId="{23AE1272-C582-46EB-8C25-C88B885E83CF}"/>
          </ac:picMkLst>
        </pc:picChg>
        <pc:picChg chg="add del mod">
          <ac:chgData name="Gabriel Quintella" userId="0401f16030b3bbcc" providerId="LiveId" clId="{2176CFFB-EAC0-4AB4-8935-C00161D88136}" dt="2022-01-26T02:15:17.867" v="2316" actId="478"/>
          <ac:picMkLst>
            <pc:docMk/>
            <pc:sldMk cId="2260188626" sldId="329"/>
            <ac:picMk id="10" creationId="{C45D13FC-0DC3-4CCE-940E-D592135662E4}"/>
          </ac:picMkLst>
        </pc:picChg>
        <pc:picChg chg="add mod ord">
          <ac:chgData name="Gabriel Quintella" userId="0401f16030b3bbcc" providerId="LiveId" clId="{2176CFFB-EAC0-4AB4-8935-C00161D88136}" dt="2022-01-26T02:17:51.670" v="2344" actId="208"/>
          <ac:picMkLst>
            <pc:docMk/>
            <pc:sldMk cId="2260188626" sldId="329"/>
            <ac:picMk id="12" creationId="{9D9D30B7-9581-4BC8-A308-4E8CBAD79B32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2" creationId="{AB49D358-F25F-415D-97F6-385FAA8F2DA5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4" creationId="{0BEFD389-2EBB-4400-B5E0-0DF452B39EC9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7" creationId="{8C2DF541-BE6B-4DB0-A472-20F5C8AFFD8D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9" creationId="{828A43AA-29E7-45EE-B141-1B953E60C7DE}"/>
          </ac:picMkLst>
        </pc:picChg>
        <pc:picChg chg="add mod">
          <ac:chgData name="Gabriel Quintella" userId="0401f16030b3bbcc" providerId="LiveId" clId="{2176CFFB-EAC0-4AB4-8935-C00161D88136}" dt="2022-01-26T02:18:05.333" v="2345" actId="27349"/>
          <ac:picMkLst>
            <pc:docMk/>
            <pc:sldMk cId="2260188626" sldId="329"/>
            <ac:picMk id="21" creationId="{FEFC976B-86A0-4212-8930-A6F2876E53FC}"/>
          </ac:picMkLst>
        </pc:picChg>
        <pc:picChg chg="add mod">
          <ac:chgData name="Gabriel Quintella" userId="0401f16030b3bbcc" providerId="LiveId" clId="{2176CFFB-EAC0-4AB4-8935-C00161D88136}" dt="2022-01-26T02:18:20.192" v="2348" actId="27349"/>
          <ac:picMkLst>
            <pc:docMk/>
            <pc:sldMk cId="2260188626" sldId="329"/>
            <ac:picMk id="25" creationId="{83319940-1F67-48B4-8B92-368637F91E3E}"/>
          </ac:picMkLst>
        </pc:picChg>
        <pc:picChg chg="add mod">
          <ac:chgData name="Gabriel Quintella" userId="0401f16030b3bbcc" providerId="LiveId" clId="{2176CFFB-EAC0-4AB4-8935-C00161D88136}" dt="2022-01-26T02:18:15.395" v="2347" actId="27349"/>
          <ac:picMkLst>
            <pc:docMk/>
            <pc:sldMk cId="2260188626" sldId="329"/>
            <ac:picMk id="26" creationId="{94A772B7-C20D-4D2F-AA0C-850F891C2516}"/>
          </ac:picMkLst>
        </pc:picChg>
        <pc:picChg chg="add mod">
          <ac:chgData name="Gabriel Quintella" userId="0401f16030b3bbcc" providerId="LiveId" clId="{2176CFFB-EAC0-4AB4-8935-C00161D88136}" dt="2022-01-26T02:18:10.721" v="2346" actId="27349"/>
          <ac:picMkLst>
            <pc:docMk/>
            <pc:sldMk cId="2260188626" sldId="329"/>
            <ac:picMk id="27" creationId="{2E94EE8F-214A-438F-92EF-A450724A6D07}"/>
          </ac:picMkLst>
        </pc:picChg>
        <pc:picChg chg="add del">
          <ac:chgData name="Gabriel Quintella" userId="0401f16030b3bbcc" providerId="LiveId" clId="{2176CFFB-EAC0-4AB4-8935-C00161D88136}" dt="2022-01-26T01:47:26.010" v="1810"/>
          <ac:picMkLst>
            <pc:docMk/>
            <pc:sldMk cId="2260188626" sldId="329"/>
            <ac:picMk id="1026" creationId="{90FC2DEA-CB9D-44D9-84CA-E40E50AF94D8}"/>
          </ac:picMkLst>
        </pc:picChg>
        <pc:picChg chg="add del">
          <ac:chgData name="Gabriel Quintella" userId="0401f16030b3bbcc" providerId="LiveId" clId="{2176CFFB-EAC0-4AB4-8935-C00161D88136}" dt="2022-01-26T01:47:46.022" v="1812"/>
          <ac:picMkLst>
            <pc:docMk/>
            <pc:sldMk cId="2260188626" sldId="329"/>
            <ac:picMk id="1028" creationId="{69C74FCD-726B-4FF7-9235-485BFFD90CFA}"/>
          </ac:picMkLst>
        </pc:picChg>
        <pc:picChg chg="add del">
          <ac:chgData name="Gabriel Quintella" userId="0401f16030b3bbcc" providerId="LiveId" clId="{2176CFFB-EAC0-4AB4-8935-C00161D88136}" dt="2022-01-26T01:48:39.603" v="1814"/>
          <ac:picMkLst>
            <pc:docMk/>
            <pc:sldMk cId="2260188626" sldId="329"/>
            <ac:picMk id="1030" creationId="{399754BC-A673-4C43-B7ED-C0D23E709841}"/>
          </ac:picMkLst>
        </pc:pic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3" creationId="{8EB3F35D-91DB-415D-AC99-26233CE4FF48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8" creationId="{B130CCB4-FA38-49F9-9784-29D78159E87E}"/>
          </ac:cxnSpMkLst>
        </pc:cxnChg>
        <pc:cxnChg chg="add del">
          <ac:chgData name="Gabriel Quintella" userId="0401f16030b3bbcc" providerId="LiveId" clId="{2176CFFB-EAC0-4AB4-8935-C00161D88136}" dt="2022-01-26T01:55:01.057" v="1854" actId="11529"/>
          <ac:cxnSpMkLst>
            <pc:docMk/>
            <pc:sldMk cId="2260188626" sldId="329"/>
            <ac:cxnSpMk id="30" creationId="{A8698390-1889-40E5-A6C5-C13A5B89A7C4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2" creationId="{BC6BC662-B955-4AAB-8778-C9BA107FF0BD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4" creationId="{8B14EB07-4193-4C64-9F46-6361841B7CA9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2:55:30.580" v="2593" actId="1076"/>
        <pc:sldMkLst>
          <pc:docMk/>
          <pc:sldMk cId="928995435" sldId="330"/>
        </pc:sldMkLst>
        <pc:spChg chg="add del mod">
          <ac:chgData name="Gabriel Quintella" userId="0401f16030b3bbcc" providerId="LiveId" clId="{2176CFFB-EAC0-4AB4-8935-C00161D88136}" dt="2022-01-26T02:44:58.975" v="2472" actId="478"/>
          <ac:spMkLst>
            <pc:docMk/>
            <pc:sldMk cId="928995435" sldId="330"/>
            <ac:spMk id="2" creationId="{8ACA898D-13F2-44AB-A896-B363FDBD95F1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5" creationId="{16662D34-8937-42BB-B4AB-9C2B7704B3B7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7" creationId="{D243DA47-18F6-4CD1-A81D-42195A127143}"/>
          </ac:spMkLst>
        </pc:spChg>
        <pc:spChg chg="del">
          <ac:chgData name="Gabriel Quintella" userId="0401f16030b3bbcc" providerId="LiveId" clId="{2176CFFB-EAC0-4AB4-8935-C00161D88136}" dt="2022-01-26T02:43:39.929" v="2460"/>
          <ac:spMkLst>
            <pc:docMk/>
            <pc:sldMk cId="928995435" sldId="330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7" creationId="{833876D2-1E9E-4654-AB6C-910090CDE7E9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8" creationId="{6860D639-96D5-401B-9A07-7CF5F5BE1438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9" creationId="{38911737-FD46-494C-8FC9-578E44C4D51E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0" creationId="{86A245E3-1EB8-4996-8E20-2E69D5F135BB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2" creationId="{6D5A4D29-8AAB-4D89-8B34-C07DAA9F3BE6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4" creationId="{479AF5D3-C869-42AD-B98B-13E364F27036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9" creationId="{86F848DD-ADE1-4DBB-AFF5-BCF68E8E158D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0" creationId="{8ECF6DAE-FCDE-43A2-9CB0-AC12BDC263E4}"/>
          </ac:spMkLst>
        </pc:spChg>
        <pc:spChg chg="add del mod">
          <ac:chgData name="Gabriel Quintella" userId="0401f16030b3bbcc" providerId="LiveId" clId="{2176CFFB-EAC0-4AB4-8935-C00161D88136}" dt="2022-01-26T02:46:36.573" v="2490" actId="478"/>
          <ac:spMkLst>
            <pc:docMk/>
            <pc:sldMk cId="928995435" sldId="330"/>
            <ac:spMk id="31" creationId="{0F3033FB-B665-4A8B-9430-C2E863DD54B3}"/>
          </ac:spMkLst>
        </pc:spChg>
        <pc:spChg chg="add del mod">
          <ac:chgData name="Gabriel Quintella" userId="0401f16030b3bbcc" providerId="LiveId" clId="{2176CFFB-EAC0-4AB4-8935-C00161D88136}" dt="2022-01-26T02:45:29.150" v="2480"/>
          <ac:spMkLst>
            <pc:docMk/>
            <pc:sldMk cId="928995435" sldId="330"/>
            <ac:spMk id="33" creationId="{F58CD41A-7D16-4398-822D-5BD7461D037D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5" creationId="{7F2A7F7C-B905-4E21-A29A-601EA18A19C5}"/>
          </ac:spMkLst>
        </pc:spChg>
        <pc:spChg chg="add del">
          <ac:chgData name="Gabriel Quintella" userId="0401f16030b3bbcc" providerId="LiveId" clId="{2176CFFB-EAC0-4AB4-8935-C00161D88136}" dt="2022-01-26T02:45:07.307" v="2475" actId="26606"/>
          <ac:spMkLst>
            <pc:docMk/>
            <pc:sldMk cId="928995435" sldId="330"/>
            <ac:spMk id="36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09.355" v="2477" actId="26606"/>
          <ac:spMkLst>
            <pc:docMk/>
            <pc:sldMk cId="928995435" sldId="330"/>
            <ac:spMk id="38" creationId="{1DB7C82F-AB7E-4F0C-B829-FA1B9C415180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39" creationId="{3FC7FCF2-34B6-4746-B4AE-19C68E5925E7}"/>
          </ac:spMkLst>
        </pc:spChg>
        <pc:spChg chg="add del">
          <ac:chgData name="Gabriel Quintella" userId="0401f16030b3bbcc" providerId="LiveId" clId="{2176CFFB-EAC0-4AB4-8935-C00161D88136}" dt="2022-01-26T02:45:36.314" v="2481" actId="26606"/>
          <ac:spMkLst>
            <pc:docMk/>
            <pc:sldMk cId="928995435" sldId="330"/>
            <ac:spMk id="40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45" creationId="{1DB7C82F-AB7E-4F0C-B829-FA1B9C415180}"/>
          </ac:spMkLst>
        </pc:spChg>
        <pc:spChg chg="add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50" creationId="{E49CC64F-7275-4E33-961B-0C5CDC43987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2" creationId="{0D56E94E-7989-4339-B96C-910EECE44478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3" creationId="{C3B46281-891F-49E7-9F1C-F7C281C8EEF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4" creationId="{28348228-81BD-4941-AB3D-943FBE61FE3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5" creationId="{CC1F287A-00FC-482D-BFB7-7817C07F48D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6" creationId="{CAF8A5EB-3E26-4DBB-A170-66154643BCE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7" creationId="{D14932A6-21E6-474A-B744-F6A24752F17A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8" creationId="{495CD139-0F12-4840-BE30-4A5A2978456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9" creationId="{22140097-9D85-48CF-842F-F74B0211B88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0" creationId="{2C4226DA-4F98-42E4-9DF9-D0F4937106FB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1" creationId="{1AB3CCBC-D111-49D9-9F2E-FFDA827AF14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2" creationId="{4E9AAA56-6130-423B-82CE-B6655389F08C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73" creationId="{46DD52A9-3B82-4C96-94D1-FF9FA101D4BE}"/>
          </ac:spMkLst>
        </pc:spChg>
        <pc:spChg chg="add del mod">
          <ac:chgData name="Gabriel Quintella" userId="0401f16030b3bbcc" providerId="LiveId" clId="{2176CFFB-EAC0-4AB4-8935-C00161D88136}" dt="2022-01-26T02:47:17.618" v="2495" actId="478"/>
          <ac:spMkLst>
            <pc:docMk/>
            <pc:sldMk cId="928995435" sldId="330"/>
            <ac:spMk id="74" creationId="{68C576F8-7238-4439-8211-702020A075C3}"/>
          </ac:spMkLst>
        </pc:spChg>
        <pc:spChg chg="add del mod">
          <ac:chgData name="Gabriel Quintella" userId="0401f16030b3bbcc" providerId="LiveId" clId="{2176CFFB-EAC0-4AB4-8935-C00161D88136}" dt="2022-01-26T02:47:14.666" v="2494" actId="478"/>
          <ac:spMkLst>
            <pc:docMk/>
            <pc:sldMk cId="928995435" sldId="330"/>
            <ac:spMk id="75" creationId="{044826DE-8BB3-4FE5-B956-9F515E8E49F7}"/>
          </ac:spMkLst>
        </pc:spChg>
        <pc:spChg chg="add del mod">
          <ac:chgData name="Gabriel Quintella" userId="0401f16030b3bbcc" providerId="LiveId" clId="{2176CFFB-EAC0-4AB4-8935-C00161D88136}" dt="2022-01-26T02:47:20.188" v="2496" actId="478"/>
          <ac:spMkLst>
            <pc:docMk/>
            <pc:sldMk cId="928995435" sldId="330"/>
            <ac:spMk id="76" creationId="{072F4F0B-62D9-4037-A52A-20D13AD3EF76}"/>
          </ac:spMkLst>
        </pc:spChg>
        <pc:spChg chg="add mod">
          <ac:chgData name="Gabriel Quintella" userId="0401f16030b3bbcc" providerId="LiveId" clId="{2176CFFB-EAC0-4AB4-8935-C00161D88136}" dt="2022-01-26T02:55:30.580" v="2593" actId="1076"/>
          <ac:spMkLst>
            <pc:docMk/>
            <pc:sldMk cId="928995435" sldId="330"/>
            <ac:spMk id="77" creationId="{13FC9F14-DA89-4354-84E6-00AF259ED6DA}"/>
          </ac:spMkLst>
        </pc:spChg>
        <pc:spChg chg="add del mod">
          <ac:chgData name="Gabriel Quintella" userId="0401f16030b3bbcc" providerId="LiveId" clId="{2176CFFB-EAC0-4AB4-8935-C00161D88136}" dt="2022-01-26T02:47:26.654" v="2497" actId="478"/>
          <ac:spMkLst>
            <pc:docMk/>
            <pc:sldMk cId="928995435" sldId="330"/>
            <ac:spMk id="78" creationId="{A9A5A215-63E0-4A98-9943-C4DA0D5ED7D2}"/>
          </ac:spMkLst>
        </pc:spChg>
        <pc:spChg chg="add mod">
          <ac:chgData name="Gabriel Quintella" userId="0401f16030b3bbcc" providerId="LiveId" clId="{2176CFFB-EAC0-4AB4-8935-C00161D88136}" dt="2022-01-26T02:54:47.526" v="2576" actId="1076"/>
          <ac:spMkLst>
            <pc:docMk/>
            <pc:sldMk cId="928995435" sldId="330"/>
            <ac:spMk id="79" creationId="{200F1925-A534-4C17-856A-F560340DFF5B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0" creationId="{D1436E05-1719-45EB-9486-1240E169E741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1" creationId="{0CBCC045-96A2-4892-8274-F312CD3E1FD0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2" creationId="{40D7D5FD-47D8-40B5-BD8D-971A2E55AA64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3" creationId="{8AC3B827-10C3-47CC-A357-7F9C2A6D6EBD}"/>
          </ac:spMkLst>
        </pc:spChg>
        <pc:spChg chg="add mod">
          <ac:chgData name="Gabriel Quintella" userId="0401f16030b3bbcc" providerId="LiveId" clId="{2176CFFB-EAC0-4AB4-8935-C00161D88136}" dt="2022-01-26T02:55:25.540" v="2592" actId="1076"/>
          <ac:spMkLst>
            <pc:docMk/>
            <pc:sldMk cId="928995435" sldId="330"/>
            <ac:spMk id="84" creationId="{9C1B7F44-DC33-4175-81C5-B397E3F0EF55}"/>
          </ac:spMkLst>
        </pc:spChg>
        <pc:spChg chg="add del mod">
          <ac:chgData name="Gabriel Quintella" userId="0401f16030b3bbcc" providerId="LiveId" clId="{2176CFFB-EAC0-4AB4-8935-C00161D88136}" dt="2022-01-26T02:55:05.724" v="2580" actId="478"/>
          <ac:spMkLst>
            <pc:docMk/>
            <pc:sldMk cId="928995435" sldId="330"/>
            <ac:spMk id="85" creationId="{20B5E41A-D7FB-49FB-B13B-D5E46A7FC3DC}"/>
          </ac:spMkLst>
        </pc:spChg>
        <pc:picChg chg="mod ord">
          <ac:chgData name="Gabriel Quintella" userId="0401f16030b3bbcc" providerId="LiveId" clId="{2176CFFB-EAC0-4AB4-8935-C00161D88136}" dt="2022-01-26T02:45:53.367" v="2482" actId="26606"/>
          <ac:picMkLst>
            <pc:docMk/>
            <pc:sldMk cId="928995435" sldId="330"/>
            <ac:picMk id="4" creationId="{8FBED80D-7006-4868-BD2E-0119D360BC3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6" creationId="{FE25F290-4E95-4B39-9D57-516B366D4E0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12" creationId="{9D9D30B7-9581-4BC8-A308-4E8CBAD79B32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1" creationId="{FEFC976B-86A0-4212-8930-A6F2876E53FC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5" creationId="{83319940-1F67-48B4-8B92-368637F91E3E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6" creationId="{94A772B7-C20D-4D2F-AA0C-850F891C251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7" creationId="{2E94EE8F-214A-438F-92EF-A450724A6D0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37" creationId="{1D0D2053-82DB-4353-AE0D-0D358F0B3C3B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1" creationId="{1D44EBD3-1DD5-4BB0-ABEA-2161BBD8D86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2" creationId="{2F3C341B-80EA-4A7B-82FB-16BDF8A27DC4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3" creationId="{394D37B6-5438-41E1-B076-B019ACA665F5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4" creationId="{846AD001-E3B9-4DB3-97C1-13D018097E7E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6" creationId="{BD99A839-900F-475D-8395-8D4F7AA746FB}"/>
          </ac:picMkLst>
        </pc:picChg>
        <pc:picChg chg="add mod">
          <ac:chgData name="Gabriel Quintella" userId="0401f16030b3bbcc" providerId="LiveId" clId="{2176CFFB-EAC0-4AB4-8935-C00161D88136}" dt="2022-01-26T02:50:09.380" v="2510" actId="1076"/>
          <ac:picMkLst>
            <pc:docMk/>
            <pc:sldMk cId="928995435" sldId="330"/>
            <ac:picMk id="63" creationId="{617AE373-9D48-4F3D-BA18-D9D88DBA0938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4" creationId="{95FBE927-9E2C-4572-90BB-D2FF1E5026E6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5" creationId="{47600260-4524-48B6-9D90-CA77F27D7B4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6" creationId="{6560DCB8-686C-43B5-ACE1-AF7D2773250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7" creationId="{C92D6795-DFFC-4A0D-B771-FB2746DBC1A9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8" creationId="{20963E9A-748A-4EF5-9F44-9968F17AA452}"/>
          </ac:picMkLst>
        </pc:pic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3" creationId="{8EB3F35D-91DB-415D-AC99-26233CE4FF48}"/>
          </ac:cxnSpMkLst>
        </pc:cxn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8" creationId="{B130CCB4-FA38-49F9-9784-29D78159E87E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2" creationId="{BC6BC662-B955-4AAB-8778-C9BA107FF0BD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4" creationId="{8B14EB07-4193-4C64-9F46-6361841B7CA9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7" creationId="{E2462D8C-87D5-4C67-A960-2A462371217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8" creationId="{9EC5ED64-0028-403D-AAC4-84CD4029925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9" creationId="{2C5611B0-6EA3-4E3A-87A6-C2141092D2EE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51" creationId="{AB2722D2-69C0-412D-B560-2AC04FA45B56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69" creationId="{5D39D6B6-62D4-4A17-AD8E-D5A9724381D0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0" creationId="{26A553CC-911D-42AE-B8A0-83CF6CB42D37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1" creationId="{EF589DD5-8F4B-4282-ADE2-A247383DE2BA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2" creationId="{2A34CE41-0D9A-4561-8A83-A5F0D1C31807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3:07:07.332" v="3152" actId="1076"/>
        <pc:sldMkLst>
          <pc:docMk/>
          <pc:sldMk cId="1687943365" sldId="331"/>
        </pc:sldMkLst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7" creationId="{D4CA8527-8134-473C-A637-3425D023410B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18" creationId="{E94F3318-7CD5-4523-9092-E339C0D76CAF}"/>
          </ac:spMkLst>
        </pc:spChg>
        <pc:spChg chg="add del mod">
          <ac:chgData name="Gabriel Quintella" userId="0401f16030b3bbcc" providerId="LiveId" clId="{2176CFFB-EAC0-4AB4-8935-C00161D88136}" dt="2022-01-26T03:00:43.436" v="2778" actId="478"/>
          <ac:spMkLst>
            <pc:docMk/>
            <pc:sldMk cId="1687943365" sldId="331"/>
            <ac:spMk id="19" creationId="{4462C87A-5AF3-458D-8FA7-67CF12FD8B35}"/>
          </ac:spMkLst>
        </pc:spChg>
        <pc:spChg chg="add del mod">
          <ac:chgData name="Gabriel Quintella" userId="0401f16030b3bbcc" providerId="LiveId" clId="{2176CFFB-EAC0-4AB4-8935-C00161D88136}" dt="2022-01-26T02:59:57.561" v="2675" actId="478"/>
          <ac:spMkLst>
            <pc:docMk/>
            <pc:sldMk cId="1687943365" sldId="331"/>
            <ac:spMk id="20" creationId="{307FBD55-B8EF-49D2-B951-BCD5B3F686B7}"/>
          </ac:spMkLst>
        </pc:spChg>
        <pc:spChg chg="add del mod">
          <ac:chgData name="Gabriel Quintella" userId="0401f16030b3bbcc" providerId="LiveId" clId="{2176CFFB-EAC0-4AB4-8935-C00161D88136}" dt="2022-01-26T03:05:38.491" v="2933" actId="478"/>
          <ac:spMkLst>
            <pc:docMk/>
            <pc:sldMk cId="1687943365" sldId="331"/>
            <ac:spMk id="21" creationId="{12B7D167-ABDA-4BF5-BFB8-2CF311FDABF4}"/>
          </ac:spMkLst>
        </pc:spChg>
        <pc:spChg chg="add del mod">
          <ac:chgData name="Gabriel Quintella" userId="0401f16030b3bbcc" providerId="LiveId" clId="{2176CFFB-EAC0-4AB4-8935-C00161D88136}" dt="2022-01-26T02:59:59.729" v="2676" actId="478"/>
          <ac:spMkLst>
            <pc:docMk/>
            <pc:sldMk cId="1687943365" sldId="331"/>
            <ac:spMk id="22" creationId="{22E38C42-1DCE-4E4B-BA4C-C2DE1BFF9CF0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3" creationId="{FAB1DB24-E5EE-4581-BE53-275C99E1306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4" creationId="{D445B4C7-14E5-4FCA-8CD6-713118A86F2E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5" creationId="{5719DA90-BA08-450D-A3A8-F3A8171D98A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6" creationId="{4F8E4B7B-3503-4403-B8CE-65349E720EBD}"/>
          </ac:spMkLst>
        </pc:spChg>
        <pc:spChg chg="add del mod">
          <ac:chgData name="Gabriel Quintella" userId="0401f16030b3bbcc" providerId="LiveId" clId="{2176CFFB-EAC0-4AB4-8935-C00161D88136}" dt="2022-01-26T03:00:01.993" v="2677" actId="478"/>
          <ac:spMkLst>
            <pc:docMk/>
            <pc:sldMk cId="1687943365" sldId="331"/>
            <ac:spMk id="27" creationId="{496B79AA-0A05-4FAA-A910-35A3202CEE6A}"/>
          </ac:spMkLst>
        </pc:spChg>
        <pc:spChg chg="add mod">
          <ac:chgData name="Gabriel Quintella" userId="0401f16030b3bbcc" providerId="LiveId" clId="{2176CFFB-EAC0-4AB4-8935-C00161D88136}" dt="2022-01-26T03:02:19.676" v="2922" actId="1076"/>
          <ac:spMkLst>
            <pc:docMk/>
            <pc:sldMk cId="1687943365" sldId="331"/>
            <ac:spMk id="28" creationId="{F72FA335-90A2-4A38-A9FE-D94DE81A6F7F}"/>
          </ac:spMkLst>
        </pc:spChg>
        <pc:spChg chg="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1" creationId="{0F3033FB-B665-4A8B-9430-C2E863DD54B3}"/>
          </ac:spMkLst>
        </pc:spChg>
        <pc:spChg chg="add 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2:45:59.092" v="2484"/>
          <ac:spMkLst>
            <pc:docMk/>
            <pc:sldMk cId="1687943365" sldId="331"/>
            <ac:spMk id="50" creationId="{E49CC64F-7275-4E33-961B-0C5CDC439875}"/>
          </ac:spMkLst>
        </pc:spChg>
        <pc:picChg chg="del">
          <ac:chgData name="Gabriel Quintella" userId="0401f16030b3bbcc" providerId="LiveId" clId="{2176CFFB-EAC0-4AB4-8935-C00161D88136}" dt="2022-01-26T02:58:15.698" v="2607" actId="478"/>
          <ac:picMkLst>
            <pc:docMk/>
            <pc:sldMk cId="1687943365" sldId="331"/>
            <ac:picMk id="4" creationId="{8FBED80D-7006-4868-BD2E-0119D360BC36}"/>
          </ac:picMkLst>
        </pc:picChg>
        <pc:picChg chg="add mod">
          <ac:chgData name="Gabriel Quintella" userId="0401f16030b3bbcc" providerId="LiveId" clId="{2176CFFB-EAC0-4AB4-8935-C00161D88136}" dt="2022-01-26T03:07:07.332" v="3152" actId="1076"/>
          <ac:picMkLst>
            <pc:docMk/>
            <pc:sldMk cId="1687943365" sldId="331"/>
            <ac:picMk id="6" creationId="{DF8C6C19-8A36-438A-BB28-EB71ADF1F9DB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8" creationId="{52B6DE04-E0BA-4998-863D-E0CB9AF6440D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9" creationId="{6D7FD59F-4E10-4CE9-A633-9463187F6AB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0" creationId="{782D8B2E-B295-478C-AAAC-0F1682A4EBF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1" creationId="{5F667E8A-6783-4420-BEAA-37660E15CECA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2" creationId="{A8F0F95D-F2DD-4DA7-AD1A-3CF749924ABC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3" creationId="{DF020D05-613D-4A72-A88C-834F3890A35D}"/>
          </ac:picMkLst>
        </pc:picChg>
        <pc:picChg chg="add del mod">
          <ac:chgData name="Gabriel Quintella" userId="0401f16030b3bbcc" providerId="LiveId" clId="{2176CFFB-EAC0-4AB4-8935-C00161D88136}" dt="2022-01-26T03:06:47.046" v="3150" actId="478"/>
          <ac:picMkLst>
            <pc:docMk/>
            <pc:sldMk cId="1687943365" sldId="331"/>
            <ac:picMk id="1026" creationId="{4EE93DC3-E90C-4116-8FB5-FAD072BD12EB}"/>
          </ac:picMkLst>
        </pc:pic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4" creationId="{923687BD-8DEF-4709-8A79-81B8EF5390B5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5" creationId="{33B91D27-4373-4C66-9954-EE064ABAF0CC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6" creationId="{0BDA759A-D138-4A3D-8F50-95EFC8B1D23B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7" creationId="{79E0B591-8D0D-434C-98FE-0682E037EA24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285F9-72BC-42B7-AE43-88A3144B50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CD582-523D-46D8-9A02-40A5B852938A}">
      <dgm:prSet/>
      <dgm:spPr/>
      <dgm:t>
        <a:bodyPr/>
        <a:lstStyle/>
        <a:p>
          <a:r>
            <a:rPr lang="pt-BR" dirty="0"/>
            <a:t>Podemos dizer que:</a:t>
          </a:r>
          <a:endParaRPr lang="en-US" dirty="0"/>
        </a:p>
      </dgm:t>
    </dgm:pt>
    <dgm:pt modelId="{A2B2E24E-6450-469D-8643-FF7050C06963}" type="parTrans" cxnId="{4B7BA7C9-6B75-4A91-A3B8-4813DD6BF455}">
      <dgm:prSet/>
      <dgm:spPr/>
      <dgm:t>
        <a:bodyPr/>
        <a:lstStyle/>
        <a:p>
          <a:endParaRPr lang="en-US"/>
        </a:p>
      </dgm:t>
    </dgm:pt>
    <dgm:pt modelId="{1548865F-6AC5-44B4-9749-F2D34184F29D}" type="sibTrans" cxnId="{4B7BA7C9-6B75-4A91-A3B8-4813DD6BF455}">
      <dgm:prSet/>
      <dgm:spPr/>
      <dgm:t>
        <a:bodyPr/>
        <a:lstStyle/>
        <a:p>
          <a:endParaRPr lang="en-US"/>
        </a:p>
      </dgm:t>
    </dgm:pt>
    <dgm:pt modelId="{65EB3E33-FE09-4297-9B5C-A161FA9B8FBA}">
      <dgm:prSet/>
      <dgm:spPr/>
      <dgm:t>
        <a:bodyPr/>
        <a:lstStyle/>
        <a:p>
          <a:r>
            <a:rPr lang="pt-BR" b="0" i="0" dirty="0"/>
            <a:t>LEFT() – retorna o conteúdo do lado esquerdo do texto a partir da posição passada na função;</a:t>
          </a:r>
          <a:endParaRPr lang="en-US" dirty="0"/>
        </a:p>
      </dgm:t>
    </dgm:pt>
    <dgm:pt modelId="{E7CABD4C-09B4-4116-BE8D-B6247B86F688}" type="parTrans" cxnId="{5582D459-5F0F-4433-8FD8-E660A1872521}">
      <dgm:prSet/>
      <dgm:spPr/>
      <dgm:t>
        <a:bodyPr/>
        <a:lstStyle/>
        <a:p>
          <a:endParaRPr lang="en-US"/>
        </a:p>
      </dgm:t>
    </dgm:pt>
    <dgm:pt modelId="{6FBF4039-1907-448C-8D49-E924D243BD93}" type="sibTrans" cxnId="{5582D459-5F0F-4433-8FD8-E660A1872521}">
      <dgm:prSet/>
      <dgm:spPr/>
      <dgm:t>
        <a:bodyPr/>
        <a:lstStyle/>
        <a:p>
          <a:endParaRPr lang="en-US"/>
        </a:p>
      </dgm:t>
    </dgm:pt>
    <dgm:pt modelId="{9443F1A2-E5AC-4458-8DC8-5C619A108387}">
      <dgm:prSet/>
      <dgm:spPr/>
      <dgm:t>
        <a:bodyPr/>
        <a:lstStyle/>
        <a:p>
          <a:r>
            <a:rPr lang="pt-BR" b="0" i="0" dirty="0"/>
            <a:t>RIGHT() – retorna o conteúdo do lado direito do texto a partir da posição passada na função;</a:t>
          </a:r>
          <a:endParaRPr lang="en-US" dirty="0"/>
        </a:p>
      </dgm:t>
    </dgm:pt>
    <dgm:pt modelId="{CE3FBD3A-5F58-4E15-832A-3D751A0F2BA7}" type="parTrans" cxnId="{D1CFE48E-A23B-4261-BAD1-862FEA3CECE7}">
      <dgm:prSet/>
      <dgm:spPr/>
      <dgm:t>
        <a:bodyPr/>
        <a:lstStyle/>
        <a:p>
          <a:endParaRPr lang="en-US"/>
        </a:p>
      </dgm:t>
    </dgm:pt>
    <dgm:pt modelId="{947ED717-963E-4D15-801C-FE8BBE22D690}" type="sibTrans" cxnId="{D1CFE48E-A23B-4261-BAD1-862FEA3CECE7}">
      <dgm:prSet/>
      <dgm:spPr/>
      <dgm:t>
        <a:bodyPr/>
        <a:lstStyle/>
        <a:p>
          <a:endParaRPr lang="en-US"/>
        </a:p>
      </dgm:t>
    </dgm:pt>
    <dgm:pt modelId="{588FD32D-858C-4001-AE79-2DEC9E27B83F}" type="pres">
      <dgm:prSet presAssocID="{7BA285F9-72BC-42B7-AE43-88A3144B50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E2E3D4-6424-48C6-8632-EEA3B9FE0999}" type="pres">
      <dgm:prSet presAssocID="{BEFCD582-523D-46D8-9A02-40A5B852938A}" presName="hierRoot1" presStyleCnt="0"/>
      <dgm:spPr/>
    </dgm:pt>
    <dgm:pt modelId="{6F857FED-84EF-425E-83FF-F8CAC4B65C6D}" type="pres">
      <dgm:prSet presAssocID="{BEFCD582-523D-46D8-9A02-40A5B852938A}" presName="composite" presStyleCnt="0"/>
      <dgm:spPr/>
    </dgm:pt>
    <dgm:pt modelId="{A8B5BEE2-CD84-47F9-9841-8FE274A2D368}" type="pres">
      <dgm:prSet presAssocID="{BEFCD582-523D-46D8-9A02-40A5B852938A}" presName="background" presStyleLbl="node0" presStyleIdx="0" presStyleCnt="1"/>
      <dgm:spPr/>
    </dgm:pt>
    <dgm:pt modelId="{5EDCA207-5645-48BA-B227-32A2AC7BB246}" type="pres">
      <dgm:prSet presAssocID="{BEFCD582-523D-46D8-9A02-40A5B852938A}" presName="text" presStyleLbl="fgAcc0" presStyleIdx="0" presStyleCnt="1">
        <dgm:presLayoutVars>
          <dgm:chPref val="3"/>
        </dgm:presLayoutVars>
      </dgm:prSet>
      <dgm:spPr/>
    </dgm:pt>
    <dgm:pt modelId="{2ECAE134-EB02-4555-8A5F-4874A692CEC4}" type="pres">
      <dgm:prSet presAssocID="{BEFCD582-523D-46D8-9A02-40A5B852938A}" presName="hierChild2" presStyleCnt="0"/>
      <dgm:spPr/>
    </dgm:pt>
    <dgm:pt modelId="{DCE4791F-3268-44A8-AD24-5594458FC136}" type="pres">
      <dgm:prSet presAssocID="{E7CABD4C-09B4-4116-BE8D-B6247B86F688}" presName="Name10" presStyleLbl="parChTrans1D2" presStyleIdx="0" presStyleCnt="2"/>
      <dgm:spPr/>
    </dgm:pt>
    <dgm:pt modelId="{4BE35D2B-4E29-4581-BFA5-83CBFFE7800C}" type="pres">
      <dgm:prSet presAssocID="{65EB3E33-FE09-4297-9B5C-A161FA9B8FBA}" presName="hierRoot2" presStyleCnt="0"/>
      <dgm:spPr/>
    </dgm:pt>
    <dgm:pt modelId="{2B4EDFDB-39E8-484D-8CD7-D2A437C23820}" type="pres">
      <dgm:prSet presAssocID="{65EB3E33-FE09-4297-9B5C-A161FA9B8FBA}" presName="composite2" presStyleCnt="0"/>
      <dgm:spPr/>
    </dgm:pt>
    <dgm:pt modelId="{38FA4EAB-4DAE-47D5-ADD5-BACD1989B959}" type="pres">
      <dgm:prSet presAssocID="{65EB3E33-FE09-4297-9B5C-A161FA9B8FBA}" presName="background2" presStyleLbl="node2" presStyleIdx="0" presStyleCnt="2"/>
      <dgm:spPr/>
    </dgm:pt>
    <dgm:pt modelId="{2270545C-4E6D-4C97-901C-BC3132E2C2F3}" type="pres">
      <dgm:prSet presAssocID="{65EB3E33-FE09-4297-9B5C-A161FA9B8FBA}" presName="text2" presStyleLbl="fgAcc2" presStyleIdx="0" presStyleCnt="2">
        <dgm:presLayoutVars>
          <dgm:chPref val="3"/>
        </dgm:presLayoutVars>
      </dgm:prSet>
      <dgm:spPr/>
    </dgm:pt>
    <dgm:pt modelId="{D3022BF9-B4C2-412C-8AD2-B1915B4BF864}" type="pres">
      <dgm:prSet presAssocID="{65EB3E33-FE09-4297-9B5C-A161FA9B8FBA}" presName="hierChild3" presStyleCnt="0"/>
      <dgm:spPr/>
    </dgm:pt>
    <dgm:pt modelId="{0D8CB73F-3EFC-4457-84B4-EB133A231219}" type="pres">
      <dgm:prSet presAssocID="{CE3FBD3A-5F58-4E15-832A-3D751A0F2BA7}" presName="Name10" presStyleLbl="parChTrans1D2" presStyleIdx="1" presStyleCnt="2"/>
      <dgm:spPr/>
    </dgm:pt>
    <dgm:pt modelId="{197AB8BF-DC87-4A1D-82F1-86BAA787ABE6}" type="pres">
      <dgm:prSet presAssocID="{9443F1A2-E5AC-4458-8DC8-5C619A108387}" presName="hierRoot2" presStyleCnt="0"/>
      <dgm:spPr/>
    </dgm:pt>
    <dgm:pt modelId="{A8415FE7-12ED-4D3A-9916-B164A5D1CBA7}" type="pres">
      <dgm:prSet presAssocID="{9443F1A2-E5AC-4458-8DC8-5C619A108387}" presName="composite2" presStyleCnt="0"/>
      <dgm:spPr/>
    </dgm:pt>
    <dgm:pt modelId="{1321FA11-34BD-4624-8682-CBC7348713C0}" type="pres">
      <dgm:prSet presAssocID="{9443F1A2-E5AC-4458-8DC8-5C619A108387}" presName="background2" presStyleLbl="node2" presStyleIdx="1" presStyleCnt="2"/>
      <dgm:spPr/>
    </dgm:pt>
    <dgm:pt modelId="{D96002E4-4C60-4FD7-BB6B-DAAD77C90E50}" type="pres">
      <dgm:prSet presAssocID="{9443F1A2-E5AC-4458-8DC8-5C619A108387}" presName="text2" presStyleLbl="fgAcc2" presStyleIdx="1" presStyleCnt="2">
        <dgm:presLayoutVars>
          <dgm:chPref val="3"/>
        </dgm:presLayoutVars>
      </dgm:prSet>
      <dgm:spPr/>
    </dgm:pt>
    <dgm:pt modelId="{EB3D475E-C279-4129-925B-8AE7010B7303}" type="pres">
      <dgm:prSet presAssocID="{9443F1A2-E5AC-4458-8DC8-5C619A108387}" presName="hierChild3" presStyleCnt="0"/>
      <dgm:spPr/>
    </dgm:pt>
  </dgm:ptLst>
  <dgm:cxnLst>
    <dgm:cxn modelId="{D6FEC724-D72B-4EA8-891E-5A11C0087F4B}" type="presOf" srcId="{BEFCD582-523D-46D8-9A02-40A5B852938A}" destId="{5EDCA207-5645-48BA-B227-32A2AC7BB246}" srcOrd="0" destOrd="0" presId="urn:microsoft.com/office/officeart/2005/8/layout/hierarchy1"/>
    <dgm:cxn modelId="{A303393B-E051-4577-9B30-1C38A401FF8A}" type="presOf" srcId="{65EB3E33-FE09-4297-9B5C-A161FA9B8FBA}" destId="{2270545C-4E6D-4C97-901C-BC3132E2C2F3}" srcOrd="0" destOrd="0" presId="urn:microsoft.com/office/officeart/2005/8/layout/hierarchy1"/>
    <dgm:cxn modelId="{2EF2A16C-176A-4257-B337-812E2606F592}" type="presOf" srcId="{E7CABD4C-09B4-4116-BE8D-B6247B86F688}" destId="{DCE4791F-3268-44A8-AD24-5594458FC136}" srcOrd="0" destOrd="0" presId="urn:microsoft.com/office/officeart/2005/8/layout/hierarchy1"/>
    <dgm:cxn modelId="{5582D459-5F0F-4433-8FD8-E660A1872521}" srcId="{BEFCD582-523D-46D8-9A02-40A5B852938A}" destId="{65EB3E33-FE09-4297-9B5C-A161FA9B8FBA}" srcOrd="0" destOrd="0" parTransId="{E7CABD4C-09B4-4116-BE8D-B6247B86F688}" sibTransId="{6FBF4039-1907-448C-8D49-E924D243BD93}"/>
    <dgm:cxn modelId="{D1CFE48E-A23B-4261-BAD1-862FEA3CECE7}" srcId="{BEFCD582-523D-46D8-9A02-40A5B852938A}" destId="{9443F1A2-E5AC-4458-8DC8-5C619A108387}" srcOrd="1" destOrd="0" parTransId="{CE3FBD3A-5F58-4E15-832A-3D751A0F2BA7}" sibTransId="{947ED717-963E-4D15-801C-FE8BBE22D690}"/>
    <dgm:cxn modelId="{0D28D1AF-FE70-485E-A4BA-3ED5E77C344E}" type="presOf" srcId="{9443F1A2-E5AC-4458-8DC8-5C619A108387}" destId="{D96002E4-4C60-4FD7-BB6B-DAAD77C90E50}" srcOrd="0" destOrd="0" presId="urn:microsoft.com/office/officeart/2005/8/layout/hierarchy1"/>
    <dgm:cxn modelId="{4B7BA7C9-6B75-4A91-A3B8-4813DD6BF455}" srcId="{7BA285F9-72BC-42B7-AE43-88A3144B500E}" destId="{BEFCD582-523D-46D8-9A02-40A5B852938A}" srcOrd="0" destOrd="0" parTransId="{A2B2E24E-6450-469D-8643-FF7050C06963}" sibTransId="{1548865F-6AC5-44B4-9749-F2D34184F29D}"/>
    <dgm:cxn modelId="{58FD7ED0-2C82-4F4F-AA89-37E998D7286F}" type="presOf" srcId="{CE3FBD3A-5F58-4E15-832A-3D751A0F2BA7}" destId="{0D8CB73F-3EFC-4457-84B4-EB133A231219}" srcOrd="0" destOrd="0" presId="urn:microsoft.com/office/officeart/2005/8/layout/hierarchy1"/>
    <dgm:cxn modelId="{00D691F4-43DD-46BF-91C2-01E2CFA64247}" type="presOf" srcId="{7BA285F9-72BC-42B7-AE43-88A3144B500E}" destId="{588FD32D-858C-4001-AE79-2DEC9E27B83F}" srcOrd="0" destOrd="0" presId="urn:microsoft.com/office/officeart/2005/8/layout/hierarchy1"/>
    <dgm:cxn modelId="{32247B96-9BCD-45A9-8E61-B1152CC342F2}" type="presParOf" srcId="{588FD32D-858C-4001-AE79-2DEC9E27B83F}" destId="{7EE2E3D4-6424-48C6-8632-EEA3B9FE0999}" srcOrd="0" destOrd="0" presId="urn:microsoft.com/office/officeart/2005/8/layout/hierarchy1"/>
    <dgm:cxn modelId="{55ECF197-546F-431A-8924-438B5F1AD565}" type="presParOf" srcId="{7EE2E3D4-6424-48C6-8632-EEA3B9FE0999}" destId="{6F857FED-84EF-425E-83FF-F8CAC4B65C6D}" srcOrd="0" destOrd="0" presId="urn:microsoft.com/office/officeart/2005/8/layout/hierarchy1"/>
    <dgm:cxn modelId="{9D468E04-6695-4DFC-9160-31C27A8BEA25}" type="presParOf" srcId="{6F857FED-84EF-425E-83FF-F8CAC4B65C6D}" destId="{A8B5BEE2-CD84-47F9-9841-8FE274A2D368}" srcOrd="0" destOrd="0" presId="urn:microsoft.com/office/officeart/2005/8/layout/hierarchy1"/>
    <dgm:cxn modelId="{0070341D-9479-4878-9579-FB5B30EFD905}" type="presParOf" srcId="{6F857FED-84EF-425E-83FF-F8CAC4B65C6D}" destId="{5EDCA207-5645-48BA-B227-32A2AC7BB246}" srcOrd="1" destOrd="0" presId="urn:microsoft.com/office/officeart/2005/8/layout/hierarchy1"/>
    <dgm:cxn modelId="{89F18A52-6BFE-4BBB-84CA-DDDC31F41946}" type="presParOf" srcId="{7EE2E3D4-6424-48C6-8632-EEA3B9FE0999}" destId="{2ECAE134-EB02-4555-8A5F-4874A692CEC4}" srcOrd="1" destOrd="0" presId="urn:microsoft.com/office/officeart/2005/8/layout/hierarchy1"/>
    <dgm:cxn modelId="{4224F945-A420-458B-87F3-FF6A0A3BE69F}" type="presParOf" srcId="{2ECAE134-EB02-4555-8A5F-4874A692CEC4}" destId="{DCE4791F-3268-44A8-AD24-5594458FC136}" srcOrd="0" destOrd="0" presId="urn:microsoft.com/office/officeart/2005/8/layout/hierarchy1"/>
    <dgm:cxn modelId="{9C59E0BE-6134-42B5-8F87-43B821675175}" type="presParOf" srcId="{2ECAE134-EB02-4555-8A5F-4874A692CEC4}" destId="{4BE35D2B-4E29-4581-BFA5-83CBFFE7800C}" srcOrd="1" destOrd="0" presId="urn:microsoft.com/office/officeart/2005/8/layout/hierarchy1"/>
    <dgm:cxn modelId="{74D04A6C-68B9-4A72-9539-5810FD0E1190}" type="presParOf" srcId="{4BE35D2B-4E29-4581-BFA5-83CBFFE7800C}" destId="{2B4EDFDB-39E8-484D-8CD7-D2A437C23820}" srcOrd="0" destOrd="0" presId="urn:microsoft.com/office/officeart/2005/8/layout/hierarchy1"/>
    <dgm:cxn modelId="{82302D27-22D2-41E3-BDB7-FD1028580BE0}" type="presParOf" srcId="{2B4EDFDB-39E8-484D-8CD7-D2A437C23820}" destId="{38FA4EAB-4DAE-47D5-ADD5-BACD1989B959}" srcOrd="0" destOrd="0" presId="urn:microsoft.com/office/officeart/2005/8/layout/hierarchy1"/>
    <dgm:cxn modelId="{3436D56E-2BF8-4E25-903B-D0E8ACFAFEF2}" type="presParOf" srcId="{2B4EDFDB-39E8-484D-8CD7-D2A437C23820}" destId="{2270545C-4E6D-4C97-901C-BC3132E2C2F3}" srcOrd="1" destOrd="0" presId="urn:microsoft.com/office/officeart/2005/8/layout/hierarchy1"/>
    <dgm:cxn modelId="{8C700C76-4287-472D-9941-F9FDA78DF448}" type="presParOf" srcId="{4BE35D2B-4E29-4581-BFA5-83CBFFE7800C}" destId="{D3022BF9-B4C2-412C-8AD2-B1915B4BF864}" srcOrd="1" destOrd="0" presId="urn:microsoft.com/office/officeart/2005/8/layout/hierarchy1"/>
    <dgm:cxn modelId="{A6D5AEC1-F3FF-42FA-AD02-FCA4C39A383E}" type="presParOf" srcId="{2ECAE134-EB02-4555-8A5F-4874A692CEC4}" destId="{0D8CB73F-3EFC-4457-84B4-EB133A231219}" srcOrd="2" destOrd="0" presId="urn:microsoft.com/office/officeart/2005/8/layout/hierarchy1"/>
    <dgm:cxn modelId="{1FF1E6D4-C057-4422-89B4-1279BFE19800}" type="presParOf" srcId="{2ECAE134-EB02-4555-8A5F-4874A692CEC4}" destId="{197AB8BF-DC87-4A1D-82F1-86BAA787ABE6}" srcOrd="3" destOrd="0" presId="urn:microsoft.com/office/officeart/2005/8/layout/hierarchy1"/>
    <dgm:cxn modelId="{E1EE3791-7043-4C75-B6D7-7C9E0A33DD57}" type="presParOf" srcId="{197AB8BF-DC87-4A1D-82F1-86BAA787ABE6}" destId="{A8415FE7-12ED-4D3A-9916-B164A5D1CBA7}" srcOrd="0" destOrd="0" presId="urn:microsoft.com/office/officeart/2005/8/layout/hierarchy1"/>
    <dgm:cxn modelId="{13402D15-6355-4BE2-9197-7340083500B6}" type="presParOf" srcId="{A8415FE7-12ED-4D3A-9916-B164A5D1CBA7}" destId="{1321FA11-34BD-4624-8682-CBC7348713C0}" srcOrd="0" destOrd="0" presId="urn:microsoft.com/office/officeart/2005/8/layout/hierarchy1"/>
    <dgm:cxn modelId="{A54EA859-41DD-48C4-8F5F-46FCD0915807}" type="presParOf" srcId="{A8415FE7-12ED-4D3A-9916-B164A5D1CBA7}" destId="{D96002E4-4C60-4FD7-BB6B-DAAD77C90E50}" srcOrd="1" destOrd="0" presId="urn:microsoft.com/office/officeart/2005/8/layout/hierarchy1"/>
    <dgm:cxn modelId="{379B84C3-FE7A-4F76-9CFE-0101D522C068}" type="presParOf" srcId="{197AB8BF-DC87-4A1D-82F1-86BAA787ABE6}" destId="{EB3D475E-C279-4129-925B-8AE7010B73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A285F9-72BC-42B7-AE43-88A3144B50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CD582-523D-46D8-9A02-40A5B852938A}">
      <dgm:prSet/>
      <dgm:spPr/>
      <dgm:t>
        <a:bodyPr/>
        <a:lstStyle/>
        <a:p>
          <a:r>
            <a:rPr lang="pt-BR" dirty="0"/>
            <a:t>Podemos dizer que:</a:t>
          </a:r>
          <a:endParaRPr lang="en-US" dirty="0"/>
        </a:p>
      </dgm:t>
    </dgm:pt>
    <dgm:pt modelId="{A2B2E24E-6450-469D-8643-FF7050C06963}" type="parTrans" cxnId="{4B7BA7C9-6B75-4A91-A3B8-4813DD6BF455}">
      <dgm:prSet/>
      <dgm:spPr/>
      <dgm:t>
        <a:bodyPr/>
        <a:lstStyle/>
        <a:p>
          <a:endParaRPr lang="en-US"/>
        </a:p>
      </dgm:t>
    </dgm:pt>
    <dgm:pt modelId="{1548865F-6AC5-44B4-9749-F2D34184F29D}" type="sibTrans" cxnId="{4B7BA7C9-6B75-4A91-A3B8-4813DD6BF455}">
      <dgm:prSet/>
      <dgm:spPr/>
      <dgm:t>
        <a:bodyPr/>
        <a:lstStyle/>
        <a:p>
          <a:endParaRPr lang="en-US"/>
        </a:p>
      </dgm:t>
    </dgm:pt>
    <dgm:pt modelId="{65EB3E33-FE09-4297-9B5C-A161FA9B8FBA}">
      <dgm:prSet/>
      <dgm:spPr/>
      <dgm:t>
        <a:bodyPr/>
        <a:lstStyle/>
        <a:p>
          <a:r>
            <a:rPr lang="pt-BR" b="0" i="0" dirty="0"/>
            <a:t>UPPER() – usada para transformar </a:t>
          </a:r>
          <a:r>
            <a:rPr lang="pt-BR" b="0" i="1" dirty="0" err="1"/>
            <a:t>strings</a:t>
          </a:r>
          <a:r>
            <a:rPr lang="pt-BR" b="0" i="1" dirty="0"/>
            <a:t> </a:t>
          </a:r>
          <a:r>
            <a:rPr lang="pt-BR" b="0" i="0" dirty="0"/>
            <a:t>minúsculas (</a:t>
          </a:r>
          <a:r>
            <a:rPr lang="pt-BR" b="0" i="1" dirty="0" err="1"/>
            <a:t>lowercase</a:t>
          </a:r>
          <a:r>
            <a:rPr lang="pt-BR" b="0" i="0" dirty="0"/>
            <a:t>) em maiúsculas (</a:t>
          </a:r>
          <a:r>
            <a:rPr lang="pt-BR" b="0" i="1" dirty="0" err="1"/>
            <a:t>uppercase</a:t>
          </a:r>
          <a:r>
            <a:rPr lang="pt-BR" b="0" i="0" dirty="0"/>
            <a:t>).</a:t>
          </a:r>
          <a:endParaRPr lang="en-US" dirty="0"/>
        </a:p>
      </dgm:t>
    </dgm:pt>
    <dgm:pt modelId="{E7CABD4C-09B4-4116-BE8D-B6247B86F688}" type="parTrans" cxnId="{5582D459-5F0F-4433-8FD8-E660A1872521}">
      <dgm:prSet/>
      <dgm:spPr/>
      <dgm:t>
        <a:bodyPr/>
        <a:lstStyle/>
        <a:p>
          <a:endParaRPr lang="en-US"/>
        </a:p>
      </dgm:t>
    </dgm:pt>
    <dgm:pt modelId="{6FBF4039-1907-448C-8D49-E924D243BD93}" type="sibTrans" cxnId="{5582D459-5F0F-4433-8FD8-E660A1872521}">
      <dgm:prSet/>
      <dgm:spPr/>
      <dgm:t>
        <a:bodyPr/>
        <a:lstStyle/>
        <a:p>
          <a:endParaRPr lang="en-US"/>
        </a:p>
      </dgm:t>
    </dgm:pt>
    <dgm:pt modelId="{2A1E3F83-6438-490F-A579-DFC02CF0D393}">
      <dgm:prSet/>
      <dgm:spPr/>
      <dgm:t>
        <a:bodyPr/>
        <a:lstStyle/>
        <a:p>
          <a:r>
            <a:rPr lang="pt-BR" b="0" i="0" dirty="0"/>
            <a:t>LOWER() – usada para transformar </a:t>
          </a:r>
          <a:r>
            <a:rPr lang="pt-BR" b="0" i="1" dirty="0" err="1"/>
            <a:t>strings</a:t>
          </a:r>
          <a:r>
            <a:rPr lang="pt-BR" b="0" i="1" dirty="0"/>
            <a:t> </a:t>
          </a:r>
          <a:r>
            <a:rPr lang="pt-BR" b="0" i="0" dirty="0"/>
            <a:t>maiúsculas (</a:t>
          </a:r>
          <a:r>
            <a:rPr lang="pt-BR" b="0" i="1" dirty="0" err="1"/>
            <a:t>uppercase</a:t>
          </a:r>
          <a:r>
            <a:rPr lang="pt-BR" b="0" i="0" dirty="0"/>
            <a:t>) para minúsculas (</a:t>
          </a:r>
          <a:r>
            <a:rPr lang="pt-BR" b="0" i="1" dirty="0" err="1"/>
            <a:t>lowercase</a:t>
          </a:r>
          <a:r>
            <a:rPr lang="pt-BR" b="0" i="0" dirty="0"/>
            <a:t>).</a:t>
          </a:r>
          <a:endParaRPr lang="en-US" dirty="0"/>
        </a:p>
      </dgm:t>
    </dgm:pt>
    <dgm:pt modelId="{4487769F-E6DD-47BF-B9E8-E2CBCE177813}" type="parTrans" cxnId="{B5BFD06C-FCA1-4EA9-A786-AF806B67B1E2}">
      <dgm:prSet/>
      <dgm:spPr/>
      <dgm:t>
        <a:bodyPr/>
        <a:lstStyle/>
        <a:p>
          <a:endParaRPr lang="en-US"/>
        </a:p>
      </dgm:t>
    </dgm:pt>
    <dgm:pt modelId="{718B0BAA-5801-48B2-B78A-FA110ED007C6}" type="sibTrans" cxnId="{B5BFD06C-FCA1-4EA9-A786-AF806B67B1E2}">
      <dgm:prSet/>
      <dgm:spPr/>
      <dgm:t>
        <a:bodyPr/>
        <a:lstStyle/>
        <a:p>
          <a:endParaRPr lang="en-US"/>
        </a:p>
      </dgm:t>
    </dgm:pt>
    <dgm:pt modelId="{9443F1A2-E5AC-4458-8DC8-5C619A108387}">
      <dgm:prSet/>
      <dgm:spPr/>
      <dgm:t>
        <a:bodyPr/>
        <a:lstStyle/>
        <a:p>
          <a:r>
            <a:rPr lang="pt-BR" b="0" i="0" dirty="0"/>
            <a:t>LEN() – usada para identificar o comprimento de uma expressão em caracteres.</a:t>
          </a:r>
          <a:endParaRPr lang="en-US" dirty="0"/>
        </a:p>
      </dgm:t>
    </dgm:pt>
    <dgm:pt modelId="{CE3FBD3A-5F58-4E15-832A-3D751A0F2BA7}" type="parTrans" cxnId="{D1CFE48E-A23B-4261-BAD1-862FEA3CECE7}">
      <dgm:prSet/>
      <dgm:spPr/>
      <dgm:t>
        <a:bodyPr/>
        <a:lstStyle/>
        <a:p>
          <a:endParaRPr lang="en-US"/>
        </a:p>
      </dgm:t>
    </dgm:pt>
    <dgm:pt modelId="{947ED717-963E-4D15-801C-FE8BBE22D690}" type="sibTrans" cxnId="{D1CFE48E-A23B-4261-BAD1-862FEA3CECE7}">
      <dgm:prSet/>
      <dgm:spPr/>
      <dgm:t>
        <a:bodyPr/>
        <a:lstStyle/>
        <a:p>
          <a:endParaRPr lang="en-US"/>
        </a:p>
      </dgm:t>
    </dgm:pt>
    <dgm:pt modelId="{588FD32D-858C-4001-AE79-2DEC9E27B83F}" type="pres">
      <dgm:prSet presAssocID="{7BA285F9-72BC-42B7-AE43-88A3144B50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E2E3D4-6424-48C6-8632-EEA3B9FE0999}" type="pres">
      <dgm:prSet presAssocID="{BEFCD582-523D-46D8-9A02-40A5B852938A}" presName="hierRoot1" presStyleCnt="0"/>
      <dgm:spPr/>
    </dgm:pt>
    <dgm:pt modelId="{6F857FED-84EF-425E-83FF-F8CAC4B65C6D}" type="pres">
      <dgm:prSet presAssocID="{BEFCD582-523D-46D8-9A02-40A5B852938A}" presName="composite" presStyleCnt="0"/>
      <dgm:spPr/>
    </dgm:pt>
    <dgm:pt modelId="{A8B5BEE2-CD84-47F9-9841-8FE274A2D368}" type="pres">
      <dgm:prSet presAssocID="{BEFCD582-523D-46D8-9A02-40A5B852938A}" presName="background" presStyleLbl="node0" presStyleIdx="0" presStyleCnt="1"/>
      <dgm:spPr/>
    </dgm:pt>
    <dgm:pt modelId="{5EDCA207-5645-48BA-B227-32A2AC7BB246}" type="pres">
      <dgm:prSet presAssocID="{BEFCD582-523D-46D8-9A02-40A5B852938A}" presName="text" presStyleLbl="fgAcc0" presStyleIdx="0" presStyleCnt="1">
        <dgm:presLayoutVars>
          <dgm:chPref val="3"/>
        </dgm:presLayoutVars>
      </dgm:prSet>
      <dgm:spPr/>
    </dgm:pt>
    <dgm:pt modelId="{2ECAE134-EB02-4555-8A5F-4874A692CEC4}" type="pres">
      <dgm:prSet presAssocID="{BEFCD582-523D-46D8-9A02-40A5B852938A}" presName="hierChild2" presStyleCnt="0"/>
      <dgm:spPr/>
    </dgm:pt>
    <dgm:pt modelId="{DCE4791F-3268-44A8-AD24-5594458FC136}" type="pres">
      <dgm:prSet presAssocID="{E7CABD4C-09B4-4116-BE8D-B6247B86F688}" presName="Name10" presStyleLbl="parChTrans1D2" presStyleIdx="0" presStyleCnt="3"/>
      <dgm:spPr/>
    </dgm:pt>
    <dgm:pt modelId="{4BE35D2B-4E29-4581-BFA5-83CBFFE7800C}" type="pres">
      <dgm:prSet presAssocID="{65EB3E33-FE09-4297-9B5C-A161FA9B8FBA}" presName="hierRoot2" presStyleCnt="0"/>
      <dgm:spPr/>
    </dgm:pt>
    <dgm:pt modelId="{2B4EDFDB-39E8-484D-8CD7-D2A437C23820}" type="pres">
      <dgm:prSet presAssocID="{65EB3E33-FE09-4297-9B5C-A161FA9B8FBA}" presName="composite2" presStyleCnt="0"/>
      <dgm:spPr/>
    </dgm:pt>
    <dgm:pt modelId="{38FA4EAB-4DAE-47D5-ADD5-BACD1989B959}" type="pres">
      <dgm:prSet presAssocID="{65EB3E33-FE09-4297-9B5C-A161FA9B8FBA}" presName="background2" presStyleLbl="node2" presStyleIdx="0" presStyleCnt="3"/>
      <dgm:spPr/>
    </dgm:pt>
    <dgm:pt modelId="{2270545C-4E6D-4C97-901C-BC3132E2C2F3}" type="pres">
      <dgm:prSet presAssocID="{65EB3E33-FE09-4297-9B5C-A161FA9B8FBA}" presName="text2" presStyleLbl="fgAcc2" presStyleIdx="0" presStyleCnt="3">
        <dgm:presLayoutVars>
          <dgm:chPref val="3"/>
        </dgm:presLayoutVars>
      </dgm:prSet>
      <dgm:spPr/>
    </dgm:pt>
    <dgm:pt modelId="{D3022BF9-B4C2-412C-8AD2-B1915B4BF864}" type="pres">
      <dgm:prSet presAssocID="{65EB3E33-FE09-4297-9B5C-A161FA9B8FBA}" presName="hierChild3" presStyleCnt="0"/>
      <dgm:spPr/>
    </dgm:pt>
    <dgm:pt modelId="{2EBA13B6-4B85-48A7-92DA-C8C0FD57179D}" type="pres">
      <dgm:prSet presAssocID="{4487769F-E6DD-47BF-B9E8-E2CBCE177813}" presName="Name10" presStyleLbl="parChTrans1D2" presStyleIdx="1" presStyleCnt="3"/>
      <dgm:spPr/>
    </dgm:pt>
    <dgm:pt modelId="{809745FF-4EDE-4D66-83C3-18CEB183A642}" type="pres">
      <dgm:prSet presAssocID="{2A1E3F83-6438-490F-A579-DFC02CF0D393}" presName="hierRoot2" presStyleCnt="0"/>
      <dgm:spPr/>
    </dgm:pt>
    <dgm:pt modelId="{40AEA517-2AE0-4C08-BCB1-A504DDBE038C}" type="pres">
      <dgm:prSet presAssocID="{2A1E3F83-6438-490F-A579-DFC02CF0D393}" presName="composite2" presStyleCnt="0"/>
      <dgm:spPr/>
    </dgm:pt>
    <dgm:pt modelId="{5B779973-5779-485C-AC92-689566DC2068}" type="pres">
      <dgm:prSet presAssocID="{2A1E3F83-6438-490F-A579-DFC02CF0D393}" presName="background2" presStyleLbl="node2" presStyleIdx="1" presStyleCnt="3"/>
      <dgm:spPr/>
    </dgm:pt>
    <dgm:pt modelId="{017667B9-BE44-4A57-BAF5-584D7F49DDAA}" type="pres">
      <dgm:prSet presAssocID="{2A1E3F83-6438-490F-A579-DFC02CF0D393}" presName="text2" presStyleLbl="fgAcc2" presStyleIdx="1" presStyleCnt="3">
        <dgm:presLayoutVars>
          <dgm:chPref val="3"/>
        </dgm:presLayoutVars>
      </dgm:prSet>
      <dgm:spPr/>
    </dgm:pt>
    <dgm:pt modelId="{506A47BD-E04C-42BE-9484-F791D9F6CEF4}" type="pres">
      <dgm:prSet presAssocID="{2A1E3F83-6438-490F-A579-DFC02CF0D393}" presName="hierChild3" presStyleCnt="0"/>
      <dgm:spPr/>
    </dgm:pt>
    <dgm:pt modelId="{0D8CB73F-3EFC-4457-84B4-EB133A231219}" type="pres">
      <dgm:prSet presAssocID="{CE3FBD3A-5F58-4E15-832A-3D751A0F2BA7}" presName="Name10" presStyleLbl="parChTrans1D2" presStyleIdx="2" presStyleCnt="3"/>
      <dgm:spPr/>
    </dgm:pt>
    <dgm:pt modelId="{197AB8BF-DC87-4A1D-82F1-86BAA787ABE6}" type="pres">
      <dgm:prSet presAssocID="{9443F1A2-E5AC-4458-8DC8-5C619A108387}" presName="hierRoot2" presStyleCnt="0"/>
      <dgm:spPr/>
    </dgm:pt>
    <dgm:pt modelId="{A8415FE7-12ED-4D3A-9916-B164A5D1CBA7}" type="pres">
      <dgm:prSet presAssocID="{9443F1A2-E5AC-4458-8DC8-5C619A108387}" presName="composite2" presStyleCnt="0"/>
      <dgm:spPr/>
    </dgm:pt>
    <dgm:pt modelId="{1321FA11-34BD-4624-8682-CBC7348713C0}" type="pres">
      <dgm:prSet presAssocID="{9443F1A2-E5AC-4458-8DC8-5C619A108387}" presName="background2" presStyleLbl="node2" presStyleIdx="2" presStyleCnt="3"/>
      <dgm:spPr/>
    </dgm:pt>
    <dgm:pt modelId="{D96002E4-4C60-4FD7-BB6B-DAAD77C90E50}" type="pres">
      <dgm:prSet presAssocID="{9443F1A2-E5AC-4458-8DC8-5C619A108387}" presName="text2" presStyleLbl="fgAcc2" presStyleIdx="2" presStyleCnt="3">
        <dgm:presLayoutVars>
          <dgm:chPref val="3"/>
        </dgm:presLayoutVars>
      </dgm:prSet>
      <dgm:spPr/>
    </dgm:pt>
    <dgm:pt modelId="{EB3D475E-C279-4129-925B-8AE7010B7303}" type="pres">
      <dgm:prSet presAssocID="{9443F1A2-E5AC-4458-8DC8-5C619A108387}" presName="hierChild3" presStyleCnt="0"/>
      <dgm:spPr/>
    </dgm:pt>
  </dgm:ptLst>
  <dgm:cxnLst>
    <dgm:cxn modelId="{D6FEC724-D72B-4EA8-891E-5A11C0087F4B}" type="presOf" srcId="{BEFCD582-523D-46D8-9A02-40A5B852938A}" destId="{5EDCA207-5645-48BA-B227-32A2AC7BB246}" srcOrd="0" destOrd="0" presId="urn:microsoft.com/office/officeart/2005/8/layout/hierarchy1"/>
    <dgm:cxn modelId="{A303393B-E051-4577-9B30-1C38A401FF8A}" type="presOf" srcId="{65EB3E33-FE09-4297-9B5C-A161FA9B8FBA}" destId="{2270545C-4E6D-4C97-901C-BC3132E2C2F3}" srcOrd="0" destOrd="0" presId="urn:microsoft.com/office/officeart/2005/8/layout/hierarchy1"/>
    <dgm:cxn modelId="{2EF2A16C-176A-4257-B337-812E2606F592}" type="presOf" srcId="{E7CABD4C-09B4-4116-BE8D-B6247B86F688}" destId="{DCE4791F-3268-44A8-AD24-5594458FC136}" srcOrd="0" destOrd="0" presId="urn:microsoft.com/office/officeart/2005/8/layout/hierarchy1"/>
    <dgm:cxn modelId="{B5BFD06C-FCA1-4EA9-A786-AF806B67B1E2}" srcId="{BEFCD582-523D-46D8-9A02-40A5B852938A}" destId="{2A1E3F83-6438-490F-A579-DFC02CF0D393}" srcOrd="1" destOrd="0" parTransId="{4487769F-E6DD-47BF-B9E8-E2CBCE177813}" sibTransId="{718B0BAA-5801-48B2-B78A-FA110ED007C6}"/>
    <dgm:cxn modelId="{5582D459-5F0F-4433-8FD8-E660A1872521}" srcId="{BEFCD582-523D-46D8-9A02-40A5B852938A}" destId="{65EB3E33-FE09-4297-9B5C-A161FA9B8FBA}" srcOrd="0" destOrd="0" parTransId="{E7CABD4C-09B4-4116-BE8D-B6247B86F688}" sibTransId="{6FBF4039-1907-448C-8D49-E924D243BD93}"/>
    <dgm:cxn modelId="{31483283-4DAB-491D-9931-2361889A3856}" type="presOf" srcId="{2A1E3F83-6438-490F-A579-DFC02CF0D393}" destId="{017667B9-BE44-4A57-BAF5-584D7F49DDAA}" srcOrd="0" destOrd="0" presId="urn:microsoft.com/office/officeart/2005/8/layout/hierarchy1"/>
    <dgm:cxn modelId="{D1CFE48E-A23B-4261-BAD1-862FEA3CECE7}" srcId="{BEFCD582-523D-46D8-9A02-40A5B852938A}" destId="{9443F1A2-E5AC-4458-8DC8-5C619A108387}" srcOrd="2" destOrd="0" parTransId="{CE3FBD3A-5F58-4E15-832A-3D751A0F2BA7}" sibTransId="{947ED717-963E-4D15-801C-FE8BBE22D690}"/>
    <dgm:cxn modelId="{0D28D1AF-FE70-485E-A4BA-3ED5E77C344E}" type="presOf" srcId="{9443F1A2-E5AC-4458-8DC8-5C619A108387}" destId="{D96002E4-4C60-4FD7-BB6B-DAAD77C90E50}" srcOrd="0" destOrd="0" presId="urn:microsoft.com/office/officeart/2005/8/layout/hierarchy1"/>
    <dgm:cxn modelId="{4B7BA7C9-6B75-4A91-A3B8-4813DD6BF455}" srcId="{7BA285F9-72BC-42B7-AE43-88A3144B500E}" destId="{BEFCD582-523D-46D8-9A02-40A5B852938A}" srcOrd="0" destOrd="0" parTransId="{A2B2E24E-6450-469D-8643-FF7050C06963}" sibTransId="{1548865F-6AC5-44B4-9749-F2D34184F29D}"/>
    <dgm:cxn modelId="{58FD7ED0-2C82-4F4F-AA89-37E998D7286F}" type="presOf" srcId="{CE3FBD3A-5F58-4E15-832A-3D751A0F2BA7}" destId="{0D8CB73F-3EFC-4457-84B4-EB133A231219}" srcOrd="0" destOrd="0" presId="urn:microsoft.com/office/officeart/2005/8/layout/hierarchy1"/>
    <dgm:cxn modelId="{298C1DE4-CFBE-43F9-8469-3124DA78D54B}" type="presOf" srcId="{4487769F-E6DD-47BF-B9E8-E2CBCE177813}" destId="{2EBA13B6-4B85-48A7-92DA-C8C0FD57179D}" srcOrd="0" destOrd="0" presId="urn:microsoft.com/office/officeart/2005/8/layout/hierarchy1"/>
    <dgm:cxn modelId="{00D691F4-43DD-46BF-91C2-01E2CFA64247}" type="presOf" srcId="{7BA285F9-72BC-42B7-AE43-88A3144B500E}" destId="{588FD32D-858C-4001-AE79-2DEC9E27B83F}" srcOrd="0" destOrd="0" presId="urn:microsoft.com/office/officeart/2005/8/layout/hierarchy1"/>
    <dgm:cxn modelId="{32247B96-9BCD-45A9-8E61-B1152CC342F2}" type="presParOf" srcId="{588FD32D-858C-4001-AE79-2DEC9E27B83F}" destId="{7EE2E3D4-6424-48C6-8632-EEA3B9FE0999}" srcOrd="0" destOrd="0" presId="urn:microsoft.com/office/officeart/2005/8/layout/hierarchy1"/>
    <dgm:cxn modelId="{55ECF197-546F-431A-8924-438B5F1AD565}" type="presParOf" srcId="{7EE2E3D4-6424-48C6-8632-EEA3B9FE0999}" destId="{6F857FED-84EF-425E-83FF-F8CAC4B65C6D}" srcOrd="0" destOrd="0" presId="urn:microsoft.com/office/officeart/2005/8/layout/hierarchy1"/>
    <dgm:cxn modelId="{9D468E04-6695-4DFC-9160-31C27A8BEA25}" type="presParOf" srcId="{6F857FED-84EF-425E-83FF-F8CAC4B65C6D}" destId="{A8B5BEE2-CD84-47F9-9841-8FE274A2D368}" srcOrd="0" destOrd="0" presId="urn:microsoft.com/office/officeart/2005/8/layout/hierarchy1"/>
    <dgm:cxn modelId="{0070341D-9479-4878-9579-FB5B30EFD905}" type="presParOf" srcId="{6F857FED-84EF-425E-83FF-F8CAC4B65C6D}" destId="{5EDCA207-5645-48BA-B227-32A2AC7BB246}" srcOrd="1" destOrd="0" presId="urn:microsoft.com/office/officeart/2005/8/layout/hierarchy1"/>
    <dgm:cxn modelId="{89F18A52-6BFE-4BBB-84CA-DDDC31F41946}" type="presParOf" srcId="{7EE2E3D4-6424-48C6-8632-EEA3B9FE0999}" destId="{2ECAE134-EB02-4555-8A5F-4874A692CEC4}" srcOrd="1" destOrd="0" presId="urn:microsoft.com/office/officeart/2005/8/layout/hierarchy1"/>
    <dgm:cxn modelId="{4224F945-A420-458B-87F3-FF6A0A3BE69F}" type="presParOf" srcId="{2ECAE134-EB02-4555-8A5F-4874A692CEC4}" destId="{DCE4791F-3268-44A8-AD24-5594458FC136}" srcOrd="0" destOrd="0" presId="urn:microsoft.com/office/officeart/2005/8/layout/hierarchy1"/>
    <dgm:cxn modelId="{9C59E0BE-6134-42B5-8F87-43B821675175}" type="presParOf" srcId="{2ECAE134-EB02-4555-8A5F-4874A692CEC4}" destId="{4BE35D2B-4E29-4581-BFA5-83CBFFE7800C}" srcOrd="1" destOrd="0" presId="urn:microsoft.com/office/officeart/2005/8/layout/hierarchy1"/>
    <dgm:cxn modelId="{74D04A6C-68B9-4A72-9539-5810FD0E1190}" type="presParOf" srcId="{4BE35D2B-4E29-4581-BFA5-83CBFFE7800C}" destId="{2B4EDFDB-39E8-484D-8CD7-D2A437C23820}" srcOrd="0" destOrd="0" presId="urn:microsoft.com/office/officeart/2005/8/layout/hierarchy1"/>
    <dgm:cxn modelId="{82302D27-22D2-41E3-BDB7-FD1028580BE0}" type="presParOf" srcId="{2B4EDFDB-39E8-484D-8CD7-D2A437C23820}" destId="{38FA4EAB-4DAE-47D5-ADD5-BACD1989B959}" srcOrd="0" destOrd="0" presId="urn:microsoft.com/office/officeart/2005/8/layout/hierarchy1"/>
    <dgm:cxn modelId="{3436D56E-2BF8-4E25-903B-D0E8ACFAFEF2}" type="presParOf" srcId="{2B4EDFDB-39E8-484D-8CD7-D2A437C23820}" destId="{2270545C-4E6D-4C97-901C-BC3132E2C2F3}" srcOrd="1" destOrd="0" presId="urn:microsoft.com/office/officeart/2005/8/layout/hierarchy1"/>
    <dgm:cxn modelId="{8C700C76-4287-472D-9941-F9FDA78DF448}" type="presParOf" srcId="{4BE35D2B-4E29-4581-BFA5-83CBFFE7800C}" destId="{D3022BF9-B4C2-412C-8AD2-B1915B4BF864}" srcOrd="1" destOrd="0" presId="urn:microsoft.com/office/officeart/2005/8/layout/hierarchy1"/>
    <dgm:cxn modelId="{E04FF588-AB71-42C5-A623-3B7809803BAA}" type="presParOf" srcId="{2ECAE134-EB02-4555-8A5F-4874A692CEC4}" destId="{2EBA13B6-4B85-48A7-92DA-C8C0FD57179D}" srcOrd="2" destOrd="0" presId="urn:microsoft.com/office/officeart/2005/8/layout/hierarchy1"/>
    <dgm:cxn modelId="{958138E1-502B-4DE3-9CD9-C6DAB2F4479B}" type="presParOf" srcId="{2ECAE134-EB02-4555-8A5F-4874A692CEC4}" destId="{809745FF-4EDE-4D66-83C3-18CEB183A642}" srcOrd="3" destOrd="0" presId="urn:microsoft.com/office/officeart/2005/8/layout/hierarchy1"/>
    <dgm:cxn modelId="{56F956A6-8787-4FAA-ABC2-024407758E5B}" type="presParOf" srcId="{809745FF-4EDE-4D66-83C3-18CEB183A642}" destId="{40AEA517-2AE0-4C08-BCB1-A504DDBE038C}" srcOrd="0" destOrd="0" presId="urn:microsoft.com/office/officeart/2005/8/layout/hierarchy1"/>
    <dgm:cxn modelId="{FA6CD015-1A66-488F-87D4-1A02C3A914D6}" type="presParOf" srcId="{40AEA517-2AE0-4C08-BCB1-A504DDBE038C}" destId="{5B779973-5779-485C-AC92-689566DC2068}" srcOrd="0" destOrd="0" presId="urn:microsoft.com/office/officeart/2005/8/layout/hierarchy1"/>
    <dgm:cxn modelId="{0B7F85DC-4BD4-44DC-A6A2-E1CF9BEB41BB}" type="presParOf" srcId="{40AEA517-2AE0-4C08-BCB1-A504DDBE038C}" destId="{017667B9-BE44-4A57-BAF5-584D7F49DDAA}" srcOrd="1" destOrd="0" presId="urn:microsoft.com/office/officeart/2005/8/layout/hierarchy1"/>
    <dgm:cxn modelId="{68BA8169-2A01-4FD6-84EF-F0824E840603}" type="presParOf" srcId="{809745FF-4EDE-4D66-83C3-18CEB183A642}" destId="{506A47BD-E04C-42BE-9484-F791D9F6CEF4}" srcOrd="1" destOrd="0" presId="urn:microsoft.com/office/officeart/2005/8/layout/hierarchy1"/>
    <dgm:cxn modelId="{A6D5AEC1-F3FF-42FA-AD02-FCA4C39A383E}" type="presParOf" srcId="{2ECAE134-EB02-4555-8A5F-4874A692CEC4}" destId="{0D8CB73F-3EFC-4457-84B4-EB133A231219}" srcOrd="4" destOrd="0" presId="urn:microsoft.com/office/officeart/2005/8/layout/hierarchy1"/>
    <dgm:cxn modelId="{1FF1E6D4-C057-4422-89B4-1279BFE19800}" type="presParOf" srcId="{2ECAE134-EB02-4555-8A5F-4874A692CEC4}" destId="{197AB8BF-DC87-4A1D-82F1-86BAA787ABE6}" srcOrd="5" destOrd="0" presId="urn:microsoft.com/office/officeart/2005/8/layout/hierarchy1"/>
    <dgm:cxn modelId="{E1EE3791-7043-4C75-B6D7-7C9E0A33DD57}" type="presParOf" srcId="{197AB8BF-DC87-4A1D-82F1-86BAA787ABE6}" destId="{A8415FE7-12ED-4D3A-9916-B164A5D1CBA7}" srcOrd="0" destOrd="0" presId="urn:microsoft.com/office/officeart/2005/8/layout/hierarchy1"/>
    <dgm:cxn modelId="{13402D15-6355-4BE2-9197-7340083500B6}" type="presParOf" srcId="{A8415FE7-12ED-4D3A-9916-B164A5D1CBA7}" destId="{1321FA11-34BD-4624-8682-CBC7348713C0}" srcOrd="0" destOrd="0" presId="urn:microsoft.com/office/officeart/2005/8/layout/hierarchy1"/>
    <dgm:cxn modelId="{A54EA859-41DD-48C4-8F5F-46FCD0915807}" type="presParOf" srcId="{A8415FE7-12ED-4D3A-9916-B164A5D1CBA7}" destId="{D96002E4-4C60-4FD7-BB6B-DAAD77C90E50}" srcOrd="1" destOrd="0" presId="urn:microsoft.com/office/officeart/2005/8/layout/hierarchy1"/>
    <dgm:cxn modelId="{379B84C3-FE7A-4F76-9CFE-0101D522C068}" type="presParOf" srcId="{197AB8BF-DC87-4A1D-82F1-86BAA787ABE6}" destId="{EB3D475E-C279-4129-925B-8AE7010B73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A285F9-72BC-42B7-AE43-88A3144B50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CD582-523D-46D8-9A02-40A5B852938A}">
      <dgm:prSet/>
      <dgm:spPr/>
      <dgm:t>
        <a:bodyPr/>
        <a:lstStyle/>
        <a:p>
          <a:r>
            <a:rPr lang="pt-BR" dirty="0"/>
            <a:t>Podemos dizer que:</a:t>
          </a:r>
          <a:endParaRPr lang="en-US" dirty="0"/>
        </a:p>
      </dgm:t>
    </dgm:pt>
    <dgm:pt modelId="{A2B2E24E-6450-469D-8643-FF7050C06963}" type="parTrans" cxnId="{4B7BA7C9-6B75-4A91-A3B8-4813DD6BF455}">
      <dgm:prSet/>
      <dgm:spPr/>
      <dgm:t>
        <a:bodyPr/>
        <a:lstStyle/>
        <a:p>
          <a:endParaRPr lang="en-US"/>
        </a:p>
      </dgm:t>
    </dgm:pt>
    <dgm:pt modelId="{1548865F-6AC5-44B4-9749-F2D34184F29D}" type="sibTrans" cxnId="{4B7BA7C9-6B75-4A91-A3B8-4813DD6BF455}">
      <dgm:prSet/>
      <dgm:spPr/>
      <dgm:t>
        <a:bodyPr/>
        <a:lstStyle/>
        <a:p>
          <a:endParaRPr lang="en-US"/>
        </a:p>
      </dgm:t>
    </dgm:pt>
    <dgm:pt modelId="{65EB3E33-FE09-4297-9B5C-A161FA9B8FBA}">
      <dgm:prSet/>
      <dgm:spPr/>
      <dgm:t>
        <a:bodyPr/>
        <a:lstStyle/>
        <a:p>
          <a:r>
            <a:rPr lang="pt-BR" b="0" i="0" dirty="0"/>
            <a:t>LTIM() – remove todos os espaços em branco à </a:t>
          </a:r>
          <a:r>
            <a:rPr lang="pt-BR" b="1" i="0" dirty="0"/>
            <a:t>esquerda </a:t>
          </a:r>
          <a:r>
            <a:rPr lang="pt-BR" b="0" i="0" dirty="0"/>
            <a:t>de uma </a:t>
          </a:r>
          <a:r>
            <a:rPr lang="pt-BR" b="0" i="0" dirty="0" err="1"/>
            <a:t>string</a:t>
          </a:r>
          <a:r>
            <a:rPr lang="pt-BR" b="0" i="0" dirty="0"/>
            <a:t>.</a:t>
          </a:r>
          <a:endParaRPr lang="en-US" dirty="0"/>
        </a:p>
      </dgm:t>
    </dgm:pt>
    <dgm:pt modelId="{E7CABD4C-09B4-4116-BE8D-B6247B86F688}" type="parTrans" cxnId="{5582D459-5F0F-4433-8FD8-E660A1872521}">
      <dgm:prSet/>
      <dgm:spPr/>
      <dgm:t>
        <a:bodyPr/>
        <a:lstStyle/>
        <a:p>
          <a:endParaRPr lang="en-US"/>
        </a:p>
      </dgm:t>
    </dgm:pt>
    <dgm:pt modelId="{6FBF4039-1907-448C-8D49-E924D243BD93}" type="sibTrans" cxnId="{5582D459-5F0F-4433-8FD8-E660A1872521}">
      <dgm:prSet/>
      <dgm:spPr/>
      <dgm:t>
        <a:bodyPr/>
        <a:lstStyle/>
        <a:p>
          <a:endParaRPr lang="en-US"/>
        </a:p>
      </dgm:t>
    </dgm:pt>
    <dgm:pt modelId="{2A1E3F83-6438-490F-A579-DFC02CF0D393}">
      <dgm:prSet/>
      <dgm:spPr/>
      <dgm:t>
        <a:bodyPr/>
        <a:lstStyle/>
        <a:p>
          <a:r>
            <a:rPr lang="pt-BR" b="0" i="0" dirty="0"/>
            <a:t>RTRIM() – remove todos os espaços em branco a </a:t>
          </a:r>
          <a:r>
            <a:rPr lang="pt-BR" b="1" i="0" dirty="0"/>
            <a:t>direita</a:t>
          </a:r>
          <a:r>
            <a:rPr lang="pt-BR" b="0" i="0" dirty="0"/>
            <a:t> de uma </a:t>
          </a:r>
          <a:r>
            <a:rPr lang="pt-BR" b="0" i="0" dirty="0" err="1"/>
            <a:t>string</a:t>
          </a:r>
          <a:r>
            <a:rPr lang="pt-BR" b="0" i="0" dirty="0"/>
            <a:t>.</a:t>
          </a:r>
          <a:endParaRPr lang="en-US" dirty="0"/>
        </a:p>
      </dgm:t>
    </dgm:pt>
    <dgm:pt modelId="{4487769F-E6DD-47BF-B9E8-E2CBCE177813}" type="parTrans" cxnId="{B5BFD06C-FCA1-4EA9-A786-AF806B67B1E2}">
      <dgm:prSet/>
      <dgm:spPr/>
      <dgm:t>
        <a:bodyPr/>
        <a:lstStyle/>
        <a:p>
          <a:endParaRPr lang="en-US"/>
        </a:p>
      </dgm:t>
    </dgm:pt>
    <dgm:pt modelId="{718B0BAA-5801-48B2-B78A-FA110ED007C6}" type="sibTrans" cxnId="{B5BFD06C-FCA1-4EA9-A786-AF806B67B1E2}">
      <dgm:prSet/>
      <dgm:spPr/>
      <dgm:t>
        <a:bodyPr/>
        <a:lstStyle/>
        <a:p>
          <a:endParaRPr lang="en-US"/>
        </a:p>
      </dgm:t>
    </dgm:pt>
    <dgm:pt modelId="{9443F1A2-E5AC-4458-8DC8-5C619A108387}">
      <dgm:prSet/>
      <dgm:spPr/>
      <dgm:t>
        <a:bodyPr/>
        <a:lstStyle/>
        <a:p>
          <a:r>
            <a:rPr lang="pt-BR" b="0" i="0" dirty="0"/>
            <a:t>TRIM() – remove </a:t>
          </a:r>
          <a:r>
            <a:rPr lang="pt-BR" b="1" i="0" dirty="0"/>
            <a:t>todos </a:t>
          </a:r>
          <a:r>
            <a:rPr lang="pt-BR" b="0" i="0" dirty="0"/>
            <a:t>os espaços em branco das extremidades de uma </a:t>
          </a:r>
          <a:r>
            <a:rPr lang="pt-BR" b="0" i="0" dirty="0" err="1"/>
            <a:t>string</a:t>
          </a:r>
          <a:r>
            <a:rPr lang="pt-BR" b="0" i="0" dirty="0"/>
            <a:t>.</a:t>
          </a:r>
          <a:endParaRPr lang="en-US" dirty="0"/>
        </a:p>
      </dgm:t>
    </dgm:pt>
    <dgm:pt modelId="{CE3FBD3A-5F58-4E15-832A-3D751A0F2BA7}" type="parTrans" cxnId="{D1CFE48E-A23B-4261-BAD1-862FEA3CECE7}">
      <dgm:prSet/>
      <dgm:spPr/>
      <dgm:t>
        <a:bodyPr/>
        <a:lstStyle/>
        <a:p>
          <a:endParaRPr lang="en-US"/>
        </a:p>
      </dgm:t>
    </dgm:pt>
    <dgm:pt modelId="{947ED717-963E-4D15-801C-FE8BBE22D690}" type="sibTrans" cxnId="{D1CFE48E-A23B-4261-BAD1-862FEA3CECE7}">
      <dgm:prSet/>
      <dgm:spPr/>
      <dgm:t>
        <a:bodyPr/>
        <a:lstStyle/>
        <a:p>
          <a:endParaRPr lang="en-US"/>
        </a:p>
      </dgm:t>
    </dgm:pt>
    <dgm:pt modelId="{7097163D-8CE2-4DBD-9112-1B6036077FF8}">
      <dgm:prSet/>
      <dgm:spPr/>
      <dgm:t>
        <a:bodyPr/>
        <a:lstStyle/>
        <a:p>
          <a:r>
            <a:rPr lang="pt-BR" b="0" i="0" dirty="0"/>
            <a:t>REPLACE() – usada para substituir um conteúdo em uma coluna por outro</a:t>
          </a:r>
          <a:endParaRPr lang="en-US" dirty="0"/>
        </a:p>
      </dgm:t>
    </dgm:pt>
    <dgm:pt modelId="{E2E74B22-D87C-4C17-9030-435539BA21E9}" type="parTrans" cxnId="{BF4CA2D5-AAB6-44CC-970C-88B2AA28E79E}">
      <dgm:prSet/>
      <dgm:spPr/>
      <dgm:t>
        <a:bodyPr/>
        <a:lstStyle/>
        <a:p>
          <a:endParaRPr lang="en-US"/>
        </a:p>
      </dgm:t>
    </dgm:pt>
    <dgm:pt modelId="{6D49E698-711C-4D1A-B6BB-AB65AC14ECE9}" type="sibTrans" cxnId="{BF4CA2D5-AAB6-44CC-970C-88B2AA28E79E}">
      <dgm:prSet/>
      <dgm:spPr/>
      <dgm:t>
        <a:bodyPr/>
        <a:lstStyle/>
        <a:p>
          <a:endParaRPr lang="en-US"/>
        </a:p>
      </dgm:t>
    </dgm:pt>
    <dgm:pt modelId="{588FD32D-858C-4001-AE79-2DEC9E27B83F}" type="pres">
      <dgm:prSet presAssocID="{7BA285F9-72BC-42B7-AE43-88A3144B50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E2E3D4-6424-48C6-8632-EEA3B9FE0999}" type="pres">
      <dgm:prSet presAssocID="{BEFCD582-523D-46D8-9A02-40A5B852938A}" presName="hierRoot1" presStyleCnt="0"/>
      <dgm:spPr/>
    </dgm:pt>
    <dgm:pt modelId="{6F857FED-84EF-425E-83FF-F8CAC4B65C6D}" type="pres">
      <dgm:prSet presAssocID="{BEFCD582-523D-46D8-9A02-40A5B852938A}" presName="composite" presStyleCnt="0"/>
      <dgm:spPr/>
    </dgm:pt>
    <dgm:pt modelId="{A8B5BEE2-CD84-47F9-9841-8FE274A2D368}" type="pres">
      <dgm:prSet presAssocID="{BEFCD582-523D-46D8-9A02-40A5B852938A}" presName="background" presStyleLbl="node0" presStyleIdx="0" presStyleCnt="1"/>
      <dgm:spPr/>
    </dgm:pt>
    <dgm:pt modelId="{5EDCA207-5645-48BA-B227-32A2AC7BB246}" type="pres">
      <dgm:prSet presAssocID="{BEFCD582-523D-46D8-9A02-40A5B852938A}" presName="text" presStyleLbl="fgAcc0" presStyleIdx="0" presStyleCnt="1">
        <dgm:presLayoutVars>
          <dgm:chPref val="3"/>
        </dgm:presLayoutVars>
      </dgm:prSet>
      <dgm:spPr/>
    </dgm:pt>
    <dgm:pt modelId="{2ECAE134-EB02-4555-8A5F-4874A692CEC4}" type="pres">
      <dgm:prSet presAssocID="{BEFCD582-523D-46D8-9A02-40A5B852938A}" presName="hierChild2" presStyleCnt="0"/>
      <dgm:spPr/>
    </dgm:pt>
    <dgm:pt modelId="{DCE4791F-3268-44A8-AD24-5594458FC136}" type="pres">
      <dgm:prSet presAssocID="{E7CABD4C-09B4-4116-BE8D-B6247B86F688}" presName="Name10" presStyleLbl="parChTrans1D2" presStyleIdx="0" presStyleCnt="4"/>
      <dgm:spPr/>
    </dgm:pt>
    <dgm:pt modelId="{4BE35D2B-4E29-4581-BFA5-83CBFFE7800C}" type="pres">
      <dgm:prSet presAssocID="{65EB3E33-FE09-4297-9B5C-A161FA9B8FBA}" presName="hierRoot2" presStyleCnt="0"/>
      <dgm:spPr/>
    </dgm:pt>
    <dgm:pt modelId="{2B4EDFDB-39E8-484D-8CD7-D2A437C23820}" type="pres">
      <dgm:prSet presAssocID="{65EB3E33-FE09-4297-9B5C-A161FA9B8FBA}" presName="composite2" presStyleCnt="0"/>
      <dgm:spPr/>
    </dgm:pt>
    <dgm:pt modelId="{38FA4EAB-4DAE-47D5-ADD5-BACD1989B959}" type="pres">
      <dgm:prSet presAssocID="{65EB3E33-FE09-4297-9B5C-A161FA9B8FBA}" presName="background2" presStyleLbl="node2" presStyleIdx="0" presStyleCnt="4"/>
      <dgm:spPr/>
    </dgm:pt>
    <dgm:pt modelId="{2270545C-4E6D-4C97-901C-BC3132E2C2F3}" type="pres">
      <dgm:prSet presAssocID="{65EB3E33-FE09-4297-9B5C-A161FA9B8FBA}" presName="text2" presStyleLbl="fgAcc2" presStyleIdx="0" presStyleCnt="4">
        <dgm:presLayoutVars>
          <dgm:chPref val="3"/>
        </dgm:presLayoutVars>
      </dgm:prSet>
      <dgm:spPr/>
    </dgm:pt>
    <dgm:pt modelId="{D3022BF9-B4C2-412C-8AD2-B1915B4BF864}" type="pres">
      <dgm:prSet presAssocID="{65EB3E33-FE09-4297-9B5C-A161FA9B8FBA}" presName="hierChild3" presStyleCnt="0"/>
      <dgm:spPr/>
    </dgm:pt>
    <dgm:pt modelId="{2EBA13B6-4B85-48A7-92DA-C8C0FD57179D}" type="pres">
      <dgm:prSet presAssocID="{4487769F-E6DD-47BF-B9E8-E2CBCE177813}" presName="Name10" presStyleLbl="parChTrans1D2" presStyleIdx="1" presStyleCnt="4"/>
      <dgm:spPr/>
    </dgm:pt>
    <dgm:pt modelId="{809745FF-4EDE-4D66-83C3-18CEB183A642}" type="pres">
      <dgm:prSet presAssocID="{2A1E3F83-6438-490F-A579-DFC02CF0D393}" presName="hierRoot2" presStyleCnt="0"/>
      <dgm:spPr/>
    </dgm:pt>
    <dgm:pt modelId="{40AEA517-2AE0-4C08-BCB1-A504DDBE038C}" type="pres">
      <dgm:prSet presAssocID="{2A1E3F83-6438-490F-A579-DFC02CF0D393}" presName="composite2" presStyleCnt="0"/>
      <dgm:spPr/>
    </dgm:pt>
    <dgm:pt modelId="{5B779973-5779-485C-AC92-689566DC2068}" type="pres">
      <dgm:prSet presAssocID="{2A1E3F83-6438-490F-A579-DFC02CF0D393}" presName="background2" presStyleLbl="node2" presStyleIdx="1" presStyleCnt="4"/>
      <dgm:spPr/>
    </dgm:pt>
    <dgm:pt modelId="{017667B9-BE44-4A57-BAF5-584D7F49DDAA}" type="pres">
      <dgm:prSet presAssocID="{2A1E3F83-6438-490F-A579-DFC02CF0D393}" presName="text2" presStyleLbl="fgAcc2" presStyleIdx="1" presStyleCnt="4">
        <dgm:presLayoutVars>
          <dgm:chPref val="3"/>
        </dgm:presLayoutVars>
      </dgm:prSet>
      <dgm:spPr/>
    </dgm:pt>
    <dgm:pt modelId="{506A47BD-E04C-42BE-9484-F791D9F6CEF4}" type="pres">
      <dgm:prSet presAssocID="{2A1E3F83-6438-490F-A579-DFC02CF0D393}" presName="hierChild3" presStyleCnt="0"/>
      <dgm:spPr/>
    </dgm:pt>
    <dgm:pt modelId="{0D8CB73F-3EFC-4457-84B4-EB133A231219}" type="pres">
      <dgm:prSet presAssocID="{CE3FBD3A-5F58-4E15-832A-3D751A0F2BA7}" presName="Name10" presStyleLbl="parChTrans1D2" presStyleIdx="2" presStyleCnt="4"/>
      <dgm:spPr/>
    </dgm:pt>
    <dgm:pt modelId="{197AB8BF-DC87-4A1D-82F1-86BAA787ABE6}" type="pres">
      <dgm:prSet presAssocID="{9443F1A2-E5AC-4458-8DC8-5C619A108387}" presName="hierRoot2" presStyleCnt="0"/>
      <dgm:spPr/>
    </dgm:pt>
    <dgm:pt modelId="{A8415FE7-12ED-4D3A-9916-B164A5D1CBA7}" type="pres">
      <dgm:prSet presAssocID="{9443F1A2-E5AC-4458-8DC8-5C619A108387}" presName="composite2" presStyleCnt="0"/>
      <dgm:spPr/>
    </dgm:pt>
    <dgm:pt modelId="{1321FA11-34BD-4624-8682-CBC7348713C0}" type="pres">
      <dgm:prSet presAssocID="{9443F1A2-E5AC-4458-8DC8-5C619A108387}" presName="background2" presStyleLbl="node2" presStyleIdx="2" presStyleCnt="4"/>
      <dgm:spPr/>
    </dgm:pt>
    <dgm:pt modelId="{D96002E4-4C60-4FD7-BB6B-DAAD77C90E50}" type="pres">
      <dgm:prSet presAssocID="{9443F1A2-E5AC-4458-8DC8-5C619A108387}" presName="text2" presStyleLbl="fgAcc2" presStyleIdx="2" presStyleCnt="4">
        <dgm:presLayoutVars>
          <dgm:chPref val="3"/>
        </dgm:presLayoutVars>
      </dgm:prSet>
      <dgm:spPr/>
    </dgm:pt>
    <dgm:pt modelId="{EB3D475E-C279-4129-925B-8AE7010B7303}" type="pres">
      <dgm:prSet presAssocID="{9443F1A2-E5AC-4458-8DC8-5C619A108387}" presName="hierChild3" presStyleCnt="0"/>
      <dgm:spPr/>
    </dgm:pt>
    <dgm:pt modelId="{1050D4B1-4C95-496A-8F3E-EAC499B830AA}" type="pres">
      <dgm:prSet presAssocID="{E2E74B22-D87C-4C17-9030-435539BA21E9}" presName="Name10" presStyleLbl="parChTrans1D2" presStyleIdx="3" presStyleCnt="4"/>
      <dgm:spPr/>
    </dgm:pt>
    <dgm:pt modelId="{EB7B763A-9C8F-4C06-BEA5-81FD7FDFC063}" type="pres">
      <dgm:prSet presAssocID="{7097163D-8CE2-4DBD-9112-1B6036077FF8}" presName="hierRoot2" presStyleCnt="0"/>
      <dgm:spPr/>
    </dgm:pt>
    <dgm:pt modelId="{1D5D4942-F336-4D4B-ADA0-130557C8C11F}" type="pres">
      <dgm:prSet presAssocID="{7097163D-8CE2-4DBD-9112-1B6036077FF8}" presName="composite2" presStyleCnt="0"/>
      <dgm:spPr/>
    </dgm:pt>
    <dgm:pt modelId="{822986D3-C85F-4F1F-9F8D-77126C4DEE56}" type="pres">
      <dgm:prSet presAssocID="{7097163D-8CE2-4DBD-9112-1B6036077FF8}" presName="background2" presStyleLbl="node2" presStyleIdx="3" presStyleCnt="4"/>
      <dgm:spPr/>
    </dgm:pt>
    <dgm:pt modelId="{32B9A798-FE4D-4E83-B2A0-C064E6B08288}" type="pres">
      <dgm:prSet presAssocID="{7097163D-8CE2-4DBD-9112-1B6036077FF8}" presName="text2" presStyleLbl="fgAcc2" presStyleIdx="3" presStyleCnt="4">
        <dgm:presLayoutVars>
          <dgm:chPref val="3"/>
        </dgm:presLayoutVars>
      </dgm:prSet>
      <dgm:spPr/>
    </dgm:pt>
    <dgm:pt modelId="{87C2A77F-0B1C-4B38-B0FA-69CDA85FD9D6}" type="pres">
      <dgm:prSet presAssocID="{7097163D-8CE2-4DBD-9112-1B6036077FF8}" presName="hierChild3" presStyleCnt="0"/>
      <dgm:spPr/>
    </dgm:pt>
  </dgm:ptLst>
  <dgm:cxnLst>
    <dgm:cxn modelId="{E651751C-989E-4CAE-BCCF-30B4005B517C}" type="presOf" srcId="{E2E74B22-D87C-4C17-9030-435539BA21E9}" destId="{1050D4B1-4C95-496A-8F3E-EAC499B830AA}" srcOrd="0" destOrd="0" presId="urn:microsoft.com/office/officeart/2005/8/layout/hierarchy1"/>
    <dgm:cxn modelId="{D6FEC724-D72B-4EA8-891E-5A11C0087F4B}" type="presOf" srcId="{BEFCD582-523D-46D8-9A02-40A5B852938A}" destId="{5EDCA207-5645-48BA-B227-32A2AC7BB246}" srcOrd="0" destOrd="0" presId="urn:microsoft.com/office/officeart/2005/8/layout/hierarchy1"/>
    <dgm:cxn modelId="{A303393B-E051-4577-9B30-1C38A401FF8A}" type="presOf" srcId="{65EB3E33-FE09-4297-9B5C-A161FA9B8FBA}" destId="{2270545C-4E6D-4C97-901C-BC3132E2C2F3}" srcOrd="0" destOrd="0" presId="urn:microsoft.com/office/officeart/2005/8/layout/hierarchy1"/>
    <dgm:cxn modelId="{2EF2A16C-176A-4257-B337-812E2606F592}" type="presOf" srcId="{E7CABD4C-09B4-4116-BE8D-B6247B86F688}" destId="{DCE4791F-3268-44A8-AD24-5594458FC136}" srcOrd="0" destOrd="0" presId="urn:microsoft.com/office/officeart/2005/8/layout/hierarchy1"/>
    <dgm:cxn modelId="{B5BFD06C-FCA1-4EA9-A786-AF806B67B1E2}" srcId="{BEFCD582-523D-46D8-9A02-40A5B852938A}" destId="{2A1E3F83-6438-490F-A579-DFC02CF0D393}" srcOrd="1" destOrd="0" parTransId="{4487769F-E6DD-47BF-B9E8-E2CBCE177813}" sibTransId="{718B0BAA-5801-48B2-B78A-FA110ED007C6}"/>
    <dgm:cxn modelId="{5582D459-5F0F-4433-8FD8-E660A1872521}" srcId="{BEFCD582-523D-46D8-9A02-40A5B852938A}" destId="{65EB3E33-FE09-4297-9B5C-A161FA9B8FBA}" srcOrd="0" destOrd="0" parTransId="{E7CABD4C-09B4-4116-BE8D-B6247B86F688}" sibTransId="{6FBF4039-1907-448C-8D49-E924D243BD93}"/>
    <dgm:cxn modelId="{31483283-4DAB-491D-9931-2361889A3856}" type="presOf" srcId="{2A1E3F83-6438-490F-A579-DFC02CF0D393}" destId="{017667B9-BE44-4A57-BAF5-584D7F49DDAA}" srcOrd="0" destOrd="0" presId="urn:microsoft.com/office/officeart/2005/8/layout/hierarchy1"/>
    <dgm:cxn modelId="{D1CFE48E-A23B-4261-BAD1-862FEA3CECE7}" srcId="{BEFCD582-523D-46D8-9A02-40A5B852938A}" destId="{9443F1A2-E5AC-4458-8DC8-5C619A108387}" srcOrd="2" destOrd="0" parTransId="{CE3FBD3A-5F58-4E15-832A-3D751A0F2BA7}" sibTransId="{947ED717-963E-4D15-801C-FE8BBE22D690}"/>
    <dgm:cxn modelId="{6D94A490-0D73-43BC-A7E6-F9995040EC8B}" type="presOf" srcId="{7097163D-8CE2-4DBD-9112-1B6036077FF8}" destId="{32B9A798-FE4D-4E83-B2A0-C064E6B08288}" srcOrd="0" destOrd="0" presId="urn:microsoft.com/office/officeart/2005/8/layout/hierarchy1"/>
    <dgm:cxn modelId="{0D28D1AF-FE70-485E-A4BA-3ED5E77C344E}" type="presOf" srcId="{9443F1A2-E5AC-4458-8DC8-5C619A108387}" destId="{D96002E4-4C60-4FD7-BB6B-DAAD77C90E50}" srcOrd="0" destOrd="0" presId="urn:microsoft.com/office/officeart/2005/8/layout/hierarchy1"/>
    <dgm:cxn modelId="{4B7BA7C9-6B75-4A91-A3B8-4813DD6BF455}" srcId="{7BA285F9-72BC-42B7-AE43-88A3144B500E}" destId="{BEFCD582-523D-46D8-9A02-40A5B852938A}" srcOrd="0" destOrd="0" parTransId="{A2B2E24E-6450-469D-8643-FF7050C06963}" sibTransId="{1548865F-6AC5-44B4-9749-F2D34184F29D}"/>
    <dgm:cxn modelId="{58FD7ED0-2C82-4F4F-AA89-37E998D7286F}" type="presOf" srcId="{CE3FBD3A-5F58-4E15-832A-3D751A0F2BA7}" destId="{0D8CB73F-3EFC-4457-84B4-EB133A231219}" srcOrd="0" destOrd="0" presId="urn:microsoft.com/office/officeart/2005/8/layout/hierarchy1"/>
    <dgm:cxn modelId="{BF4CA2D5-AAB6-44CC-970C-88B2AA28E79E}" srcId="{BEFCD582-523D-46D8-9A02-40A5B852938A}" destId="{7097163D-8CE2-4DBD-9112-1B6036077FF8}" srcOrd="3" destOrd="0" parTransId="{E2E74B22-D87C-4C17-9030-435539BA21E9}" sibTransId="{6D49E698-711C-4D1A-B6BB-AB65AC14ECE9}"/>
    <dgm:cxn modelId="{298C1DE4-CFBE-43F9-8469-3124DA78D54B}" type="presOf" srcId="{4487769F-E6DD-47BF-B9E8-E2CBCE177813}" destId="{2EBA13B6-4B85-48A7-92DA-C8C0FD57179D}" srcOrd="0" destOrd="0" presId="urn:microsoft.com/office/officeart/2005/8/layout/hierarchy1"/>
    <dgm:cxn modelId="{00D691F4-43DD-46BF-91C2-01E2CFA64247}" type="presOf" srcId="{7BA285F9-72BC-42B7-AE43-88A3144B500E}" destId="{588FD32D-858C-4001-AE79-2DEC9E27B83F}" srcOrd="0" destOrd="0" presId="urn:microsoft.com/office/officeart/2005/8/layout/hierarchy1"/>
    <dgm:cxn modelId="{32247B96-9BCD-45A9-8E61-B1152CC342F2}" type="presParOf" srcId="{588FD32D-858C-4001-AE79-2DEC9E27B83F}" destId="{7EE2E3D4-6424-48C6-8632-EEA3B9FE0999}" srcOrd="0" destOrd="0" presId="urn:microsoft.com/office/officeart/2005/8/layout/hierarchy1"/>
    <dgm:cxn modelId="{55ECF197-546F-431A-8924-438B5F1AD565}" type="presParOf" srcId="{7EE2E3D4-6424-48C6-8632-EEA3B9FE0999}" destId="{6F857FED-84EF-425E-83FF-F8CAC4B65C6D}" srcOrd="0" destOrd="0" presId="urn:microsoft.com/office/officeart/2005/8/layout/hierarchy1"/>
    <dgm:cxn modelId="{9D468E04-6695-4DFC-9160-31C27A8BEA25}" type="presParOf" srcId="{6F857FED-84EF-425E-83FF-F8CAC4B65C6D}" destId="{A8B5BEE2-CD84-47F9-9841-8FE274A2D368}" srcOrd="0" destOrd="0" presId="urn:microsoft.com/office/officeart/2005/8/layout/hierarchy1"/>
    <dgm:cxn modelId="{0070341D-9479-4878-9579-FB5B30EFD905}" type="presParOf" srcId="{6F857FED-84EF-425E-83FF-F8CAC4B65C6D}" destId="{5EDCA207-5645-48BA-B227-32A2AC7BB246}" srcOrd="1" destOrd="0" presId="urn:microsoft.com/office/officeart/2005/8/layout/hierarchy1"/>
    <dgm:cxn modelId="{89F18A52-6BFE-4BBB-84CA-DDDC31F41946}" type="presParOf" srcId="{7EE2E3D4-6424-48C6-8632-EEA3B9FE0999}" destId="{2ECAE134-EB02-4555-8A5F-4874A692CEC4}" srcOrd="1" destOrd="0" presId="urn:microsoft.com/office/officeart/2005/8/layout/hierarchy1"/>
    <dgm:cxn modelId="{4224F945-A420-458B-87F3-FF6A0A3BE69F}" type="presParOf" srcId="{2ECAE134-EB02-4555-8A5F-4874A692CEC4}" destId="{DCE4791F-3268-44A8-AD24-5594458FC136}" srcOrd="0" destOrd="0" presId="urn:microsoft.com/office/officeart/2005/8/layout/hierarchy1"/>
    <dgm:cxn modelId="{9C59E0BE-6134-42B5-8F87-43B821675175}" type="presParOf" srcId="{2ECAE134-EB02-4555-8A5F-4874A692CEC4}" destId="{4BE35D2B-4E29-4581-BFA5-83CBFFE7800C}" srcOrd="1" destOrd="0" presId="urn:microsoft.com/office/officeart/2005/8/layout/hierarchy1"/>
    <dgm:cxn modelId="{74D04A6C-68B9-4A72-9539-5810FD0E1190}" type="presParOf" srcId="{4BE35D2B-4E29-4581-BFA5-83CBFFE7800C}" destId="{2B4EDFDB-39E8-484D-8CD7-D2A437C23820}" srcOrd="0" destOrd="0" presId="urn:microsoft.com/office/officeart/2005/8/layout/hierarchy1"/>
    <dgm:cxn modelId="{82302D27-22D2-41E3-BDB7-FD1028580BE0}" type="presParOf" srcId="{2B4EDFDB-39E8-484D-8CD7-D2A437C23820}" destId="{38FA4EAB-4DAE-47D5-ADD5-BACD1989B959}" srcOrd="0" destOrd="0" presId="urn:microsoft.com/office/officeart/2005/8/layout/hierarchy1"/>
    <dgm:cxn modelId="{3436D56E-2BF8-4E25-903B-D0E8ACFAFEF2}" type="presParOf" srcId="{2B4EDFDB-39E8-484D-8CD7-D2A437C23820}" destId="{2270545C-4E6D-4C97-901C-BC3132E2C2F3}" srcOrd="1" destOrd="0" presId="urn:microsoft.com/office/officeart/2005/8/layout/hierarchy1"/>
    <dgm:cxn modelId="{8C700C76-4287-472D-9941-F9FDA78DF448}" type="presParOf" srcId="{4BE35D2B-4E29-4581-BFA5-83CBFFE7800C}" destId="{D3022BF9-B4C2-412C-8AD2-B1915B4BF864}" srcOrd="1" destOrd="0" presId="urn:microsoft.com/office/officeart/2005/8/layout/hierarchy1"/>
    <dgm:cxn modelId="{E04FF588-AB71-42C5-A623-3B7809803BAA}" type="presParOf" srcId="{2ECAE134-EB02-4555-8A5F-4874A692CEC4}" destId="{2EBA13B6-4B85-48A7-92DA-C8C0FD57179D}" srcOrd="2" destOrd="0" presId="urn:microsoft.com/office/officeart/2005/8/layout/hierarchy1"/>
    <dgm:cxn modelId="{958138E1-502B-4DE3-9CD9-C6DAB2F4479B}" type="presParOf" srcId="{2ECAE134-EB02-4555-8A5F-4874A692CEC4}" destId="{809745FF-4EDE-4D66-83C3-18CEB183A642}" srcOrd="3" destOrd="0" presId="urn:microsoft.com/office/officeart/2005/8/layout/hierarchy1"/>
    <dgm:cxn modelId="{56F956A6-8787-4FAA-ABC2-024407758E5B}" type="presParOf" srcId="{809745FF-4EDE-4D66-83C3-18CEB183A642}" destId="{40AEA517-2AE0-4C08-BCB1-A504DDBE038C}" srcOrd="0" destOrd="0" presId="urn:microsoft.com/office/officeart/2005/8/layout/hierarchy1"/>
    <dgm:cxn modelId="{FA6CD015-1A66-488F-87D4-1A02C3A914D6}" type="presParOf" srcId="{40AEA517-2AE0-4C08-BCB1-A504DDBE038C}" destId="{5B779973-5779-485C-AC92-689566DC2068}" srcOrd="0" destOrd="0" presId="urn:microsoft.com/office/officeart/2005/8/layout/hierarchy1"/>
    <dgm:cxn modelId="{0B7F85DC-4BD4-44DC-A6A2-E1CF9BEB41BB}" type="presParOf" srcId="{40AEA517-2AE0-4C08-BCB1-A504DDBE038C}" destId="{017667B9-BE44-4A57-BAF5-584D7F49DDAA}" srcOrd="1" destOrd="0" presId="urn:microsoft.com/office/officeart/2005/8/layout/hierarchy1"/>
    <dgm:cxn modelId="{68BA8169-2A01-4FD6-84EF-F0824E840603}" type="presParOf" srcId="{809745FF-4EDE-4D66-83C3-18CEB183A642}" destId="{506A47BD-E04C-42BE-9484-F791D9F6CEF4}" srcOrd="1" destOrd="0" presId="urn:microsoft.com/office/officeart/2005/8/layout/hierarchy1"/>
    <dgm:cxn modelId="{A6D5AEC1-F3FF-42FA-AD02-FCA4C39A383E}" type="presParOf" srcId="{2ECAE134-EB02-4555-8A5F-4874A692CEC4}" destId="{0D8CB73F-3EFC-4457-84B4-EB133A231219}" srcOrd="4" destOrd="0" presId="urn:microsoft.com/office/officeart/2005/8/layout/hierarchy1"/>
    <dgm:cxn modelId="{1FF1E6D4-C057-4422-89B4-1279BFE19800}" type="presParOf" srcId="{2ECAE134-EB02-4555-8A5F-4874A692CEC4}" destId="{197AB8BF-DC87-4A1D-82F1-86BAA787ABE6}" srcOrd="5" destOrd="0" presId="urn:microsoft.com/office/officeart/2005/8/layout/hierarchy1"/>
    <dgm:cxn modelId="{E1EE3791-7043-4C75-B6D7-7C9E0A33DD57}" type="presParOf" srcId="{197AB8BF-DC87-4A1D-82F1-86BAA787ABE6}" destId="{A8415FE7-12ED-4D3A-9916-B164A5D1CBA7}" srcOrd="0" destOrd="0" presId="urn:microsoft.com/office/officeart/2005/8/layout/hierarchy1"/>
    <dgm:cxn modelId="{13402D15-6355-4BE2-9197-7340083500B6}" type="presParOf" srcId="{A8415FE7-12ED-4D3A-9916-B164A5D1CBA7}" destId="{1321FA11-34BD-4624-8682-CBC7348713C0}" srcOrd="0" destOrd="0" presId="urn:microsoft.com/office/officeart/2005/8/layout/hierarchy1"/>
    <dgm:cxn modelId="{A54EA859-41DD-48C4-8F5F-46FCD0915807}" type="presParOf" srcId="{A8415FE7-12ED-4D3A-9916-B164A5D1CBA7}" destId="{D96002E4-4C60-4FD7-BB6B-DAAD77C90E50}" srcOrd="1" destOrd="0" presId="urn:microsoft.com/office/officeart/2005/8/layout/hierarchy1"/>
    <dgm:cxn modelId="{379B84C3-FE7A-4F76-9CFE-0101D522C068}" type="presParOf" srcId="{197AB8BF-DC87-4A1D-82F1-86BAA787ABE6}" destId="{EB3D475E-C279-4129-925B-8AE7010B7303}" srcOrd="1" destOrd="0" presId="urn:microsoft.com/office/officeart/2005/8/layout/hierarchy1"/>
    <dgm:cxn modelId="{AF264596-1F43-4A0A-BBC0-82B8EBD4170C}" type="presParOf" srcId="{2ECAE134-EB02-4555-8A5F-4874A692CEC4}" destId="{1050D4B1-4C95-496A-8F3E-EAC499B830AA}" srcOrd="6" destOrd="0" presId="urn:microsoft.com/office/officeart/2005/8/layout/hierarchy1"/>
    <dgm:cxn modelId="{2AF7F43E-2527-4C8B-BCF2-208BBE82531D}" type="presParOf" srcId="{2ECAE134-EB02-4555-8A5F-4874A692CEC4}" destId="{EB7B763A-9C8F-4C06-BEA5-81FD7FDFC063}" srcOrd="7" destOrd="0" presId="urn:microsoft.com/office/officeart/2005/8/layout/hierarchy1"/>
    <dgm:cxn modelId="{2D57C14C-441A-462D-A5F5-0F220FCCDE4B}" type="presParOf" srcId="{EB7B763A-9C8F-4C06-BEA5-81FD7FDFC063}" destId="{1D5D4942-F336-4D4B-ADA0-130557C8C11F}" srcOrd="0" destOrd="0" presId="urn:microsoft.com/office/officeart/2005/8/layout/hierarchy1"/>
    <dgm:cxn modelId="{96A5B6A7-7052-4113-B261-0B20B525637B}" type="presParOf" srcId="{1D5D4942-F336-4D4B-ADA0-130557C8C11F}" destId="{822986D3-C85F-4F1F-9F8D-77126C4DEE56}" srcOrd="0" destOrd="0" presId="urn:microsoft.com/office/officeart/2005/8/layout/hierarchy1"/>
    <dgm:cxn modelId="{C9361C44-BF37-4FDC-9ACC-DE8712F4EB48}" type="presParOf" srcId="{1D5D4942-F336-4D4B-ADA0-130557C8C11F}" destId="{32B9A798-FE4D-4E83-B2A0-C064E6B08288}" srcOrd="1" destOrd="0" presId="urn:microsoft.com/office/officeart/2005/8/layout/hierarchy1"/>
    <dgm:cxn modelId="{A8A23A2B-DA8E-4AD2-B72A-875CAEFD4FA7}" type="presParOf" srcId="{EB7B763A-9C8F-4C06-BEA5-81FD7FDFC063}" destId="{87C2A77F-0B1C-4B38-B0FA-69CDA85FD9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A285F9-72BC-42B7-AE43-88A3144B50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CD582-523D-46D8-9A02-40A5B852938A}">
      <dgm:prSet/>
      <dgm:spPr/>
      <dgm:t>
        <a:bodyPr/>
        <a:lstStyle/>
        <a:p>
          <a:r>
            <a:rPr lang="pt-BR" b="0" i="0" dirty="0"/>
            <a:t>Diferença entre </a:t>
          </a:r>
          <a:r>
            <a:rPr lang="pt-BR" b="0" i="1" dirty="0"/>
            <a:t>ISNULL()</a:t>
          </a:r>
          <a:r>
            <a:rPr lang="pt-BR" b="0" i="0" dirty="0"/>
            <a:t> e </a:t>
          </a:r>
          <a:r>
            <a:rPr lang="pt-BR" b="0" i="1" dirty="0"/>
            <a:t>IS NULL</a:t>
          </a:r>
          <a:endParaRPr lang="en-US" dirty="0"/>
        </a:p>
      </dgm:t>
    </dgm:pt>
    <dgm:pt modelId="{A2B2E24E-6450-469D-8643-FF7050C06963}" type="parTrans" cxnId="{4B7BA7C9-6B75-4A91-A3B8-4813DD6BF455}">
      <dgm:prSet/>
      <dgm:spPr/>
      <dgm:t>
        <a:bodyPr/>
        <a:lstStyle/>
        <a:p>
          <a:endParaRPr lang="en-US"/>
        </a:p>
      </dgm:t>
    </dgm:pt>
    <dgm:pt modelId="{1548865F-6AC5-44B4-9749-F2D34184F29D}" type="sibTrans" cxnId="{4B7BA7C9-6B75-4A91-A3B8-4813DD6BF455}">
      <dgm:prSet/>
      <dgm:spPr/>
      <dgm:t>
        <a:bodyPr/>
        <a:lstStyle/>
        <a:p>
          <a:endParaRPr lang="en-US"/>
        </a:p>
      </dgm:t>
    </dgm:pt>
    <dgm:pt modelId="{65EB3E33-FE09-4297-9B5C-A161FA9B8FBA}">
      <dgm:prSet/>
      <dgm:spPr/>
      <dgm:t>
        <a:bodyPr/>
        <a:lstStyle/>
        <a:p>
          <a:r>
            <a:rPr lang="pt-BR" b="0" i="1" dirty="0"/>
            <a:t>ISNULL()</a:t>
          </a:r>
          <a:r>
            <a:rPr lang="pt-BR" b="0" i="0" dirty="0"/>
            <a:t> é uma função do </a:t>
          </a:r>
          <a:r>
            <a:rPr lang="pt-BR" b="0" i="1" dirty="0"/>
            <a:t>Microsoft SQL Server </a:t>
          </a:r>
          <a:r>
            <a:rPr lang="pt-BR" b="0" i="0" dirty="0"/>
            <a:t>que efetua a troca do valor </a:t>
          </a:r>
          <a:r>
            <a:rPr lang="pt-BR" b="0" i="1" dirty="0"/>
            <a:t>NULL </a:t>
          </a:r>
          <a:r>
            <a:rPr lang="pt-BR" b="0" i="0" dirty="0"/>
            <a:t>pelo caractere especificado no comando;</a:t>
          </a:r>
          <a:endParaRPr lang="en-US" dirty="0"/>
        </a:p>
      </dgm:t>
    </dgm:pt>
    <dgm:pt modelId="{E7CABD4C-09B4-4116-BE8D-B6247B86F688}" type="parTrans" cxnId="{5582D459-5F0F-4433-8FD8-E660A1872521}">
      <dgm:prSet/>
      <dgm:spPr/>
      <dgm:t>
        <a:bodyPr/>
        <a:lstStyle/>
        <a:p>
          <a:endParaRPr lang="en-US"/>
        </a:p>
      </dgm:t>
    </dgm:pt>
    <dgm:pt modelId="{6FBF4039-1907-448C-8D49-E924D243BD93}" type="sibTrans" cxnId="{5582D459-5F0F-4433-8FD8-E660A1872521}">
      <dgm:prSet/>
      <dgm:spPr/>
      <dgm:t>
        <a:bodyPr/>
        <a:lstStyle/>
        <a:p>
          <a:endParaRPr lang="en-US"/>
        </a:p>
      </dgm:t>
    </dgm:pt>
    <dgm:pt modelId="{C28A1335-A6DC-462D-B271-A3A0ACF1EA4D}">
      <dgm:prSet/>
      <dgm:spPr/>
      <dgm:t>
        <a:bodyPr/>
        <a:lstStyle/>
        <a:p>
          <a:r>
            <a:rPr lang="pt-BR" b="0" i="1" dirty="0"/>
            <a:t>IS NULL</a:t>
          </a:r>
          <a:r>
            <a:rPr lang="pt-BR" b="0" i="0" dirty="0"/>
            <a:t> é um operador do </a:t>
          </a:r>
          <a:r>
            <a:rPr lang="pt-BR" b="0" i="1" dirty="0"/>
            <a:t>Microsoft SQL Server </a:t>
          </a:r>
          <a:r>
            <a:rPr lang="pt-BR" b="0" i="0" dirty="0"/>
            <a:t>que retorna verdadeiro algum registro satisfaça a condição descrita;</a:t>
          </a:r>
          <a:endParaRPr lang="en-US" dirty="0"/>
        </a:p>
      </dgm:t>
    </dgm:pt>
    <dgm:pt modelId="{73CD00EB-F8CE-4ABA-81E6-E42ECE8363CF}" type="parTrans" cxnId="{8E948D28-5BD2-42C0-98F6-4D83A9A4A4D3}">
      <dgm:prSet/>
      <dgm:spPr/>
      <dgm:t>
        <a:bodyPr/>
        <a:lstStyle/>
        <a:p>
          <a:endParaRPr lang="pt-BR"/>
        </a:p>
      </dgm:t>
    </dgm:pt>
    <dgm:pt modelId="{DBC2C6CA-DE74-430F-AD99-587D547929AD}" type="sibTrans" cxnId="{8E948D28-5BD2-42C0-98F6-4D83A9A4A4D3}">
      <dgm:prSet/>
      <dgm:spPr/>
      <dgm:t>
        <a:bodyPr/>
        <a:lstStyle/>
        <a:p>
          <a:endParaRPr lang="pt-BR"/>
        </a:p>
      </dgm:t>
    </dgm:pt>
    <dgm:pt modelId="{9A36FD8A-2B18-4A21-83B5-0145FBCE0990}">
      <dgm:prSet/>
      <dgm:spPr/>
      <dgm:t>
        <a:bodyPr/>
        <a:lstStyle/>
        <a:p>
          <a:r>
            <a:rPr lang="pt-BR" b="0" i="0" dirty="0"/>
            <a:t>Não use</a:t>
          </a:r>
          <a:r>
            <a:rPr lang="pt-BR" b="0" i="1" dirty="0"/>
            <a:t> ISNULL()</a:t>
          </a:r>
          <a:r>
            <a:rPr lang="pt-BR" b="0" i="0" dirty="0"/>
            <a:t> para localizar valores </a:t>
          </a:r>
          <a:r>
            <a:rPr lang="pt-BR" b="0" i="1" dirty="0"/>
            <a:t>NULL, </a:t>
          </a:r>
          <a:r>
            <a:rPr lang="pt-BR" b="0" i="0" dirty="0"/>
            <a:t>para localizar valores </a:t>
          </a:r>
          <a:r>
            <a:rPr lang="pt-BR" b="0" i="1" dirty="0"/>
            <a:t>NULL </a:t>
          </a:r>
          <a:r>
            <a:rPr lang="pt-BR" b="0" i="0" dirty="0"/>
            <a:t>deve-se usar o operador </a:t>
          </a:r>
          <a:r>
            <a:rPr lang="pt-BR" b="0" i="1" dirty="0"/>
            <a:t>IS NULL</a:t>
          </a:r>
          <a:r>
            <a:rPr lang="pt-BR" b="0" i="0" dirty="0"/>
            <a:t>.</a:t>
          </a:r>
          <a:endParaRPr lang="en-US" dirty="0"/>
        </a:p>
      </dgm:t>
    </dgm:pt>
    <dgm:pt modelId="{F698BBCB-5246-4205-B180-81B41E75B5E5}" type="parTrans" cxnId="{8985943C-79AF-4858-B725-B57D9FA88DFF}">
      <dgm:prSet/>
      <dgm:spPr/>
      <dgm:t>
        <a:bodyPr/>
        <a:lstStyle/>
        <a:p>
          <a:endParaRPr lang="pt-BR"/>
        </a:p>
      </dgm:t>
    </dgm:pt>
    <dgm:pt modelId="{769E1ACB-3788-4813-B646-48AB5E667AD7}" type="sibTrans" cxnId="{8985943C-79AF-4858-B725-B57D9FA88DFF}">
      <dgm:prSet/>
      <dgm:spPr/>
      <dgm:t>
        <a:bodyPr/>
        <a:lstStyle/>
        <a:p>
          <a:endParaRPr lang="pt-BR"/>
        </a:p>
      </dgm:t>
    </dgm:pt>
    <dgm:pt modelId="{588FD32D-858C-4001-AE79-2DEC9E27B83F}" type="pres">
      <dgm:prSet presAssocID="{7BA285F9-72BC-42B7-AE43-88A3144B50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E2E3D4-6424-48C6-8632-EEA3B9FE0999}" type="pres">
      <dgm:prSet presAssocID="{BEFCD582-523D-46D8-9A02-40A5B852938A}" presName="hierRoot1" presStyleCnt="0"/>
      <dgm:spPr/>
    </dgm:pt>
    <dgm:pt modelId="{6F857FED-84EF-425E-83FF-F8CAC4B65C6D}" type="pres">
      <dgm:prSet presAssocID="{BEFCD582-523D-46D8-9A02-40A5B852938A}" presName="composite" presStyleCnt="0"/>
      <dgm:spPr/>
    </dgm:pt>
    <dgm:pt modelId="{A8B5BEE2-CD84-47F9-9841-8FE274A2D368}" type="pres">
      <dgm:prSet presAssocID="{BEFCD582-523D-46D8-9A02-40A5B852938A}" presName="background" presStyleLbl="node0" presStyleIdx="0" presStyleCnt="1"/>
      <dgm:spPr/>
    </dgm:pt>
    <dgm:pt modelId="{5EDCA207-5645-48BA-B227-32A2AC7BB246}" type="pres">
      <dgm:prSet presAssocID="{BEFCD582-523D-46D8-9A02-40A5B852938A}" presName="text" presStyleLbl="fgAcc0" presStyleIdx="0" presStyleCnt="1" custScaleX="150776">
        <dgm:presLayoutVars>
          <dgm:chPref val="3"/>
        </dgm:presLayoutVars>
      </dgm:prSet>
      <dgm:spPr/>
    </dgm:pt>
    <dgm:pt modelId="{2ECAE134-EB02-4555-8A5F-4874A692CEC4}" type="pres">
      <dgm:prSet presAssocID="{BEFCD582-523D-46D8-9A02-40A5B852938A}" presName="hierChild2" presStyleCnt="0"/>
      <dgm:spPr/>
    </dgm:pt>
    <dgm:pt modelId="{DCE4791F-3268-44A8-AD24-5594458FC136}" type="pres">
      <dgm:prSet presAssocID="{E7CABD4C-09B4-4116-BE8D-B6247B86F688}" presName="Name10" presStyleLbl="parChTrans1D2" presStyleIdx="0" presStyleCnt="3"/>
      <dgm:spPr/>
    </dgm:pt>
    <dgm:pt modelId="{4BE35D2B-4E29-4581-BFA5-83CBFFE7800C}" type="pres">
      <dgm:prSet presAssocID="{65EB3E33-FE09-4297-9B5C-A161FA9B8FBA}" presName="hierRoot2" presStyleCnt="0"/>
      <dgm:spPr/>
    </dgm:pt>
    <dgm:pt modelId="{2B4EDFDB-39E8-484D-8CD7-D2A437C23820}" type="pres">
      <dgm:prSet presAssocID="{65EB3E33-FE09-4297-9B5C-A161FA9B8FBA}" presName="composite2" presStyleCnt="0"/>
      <dgm:spPr/>
    </dgm:pt>
    <dgm:pt modelId="{38FA4EAB-4DAE-47D5-ADD5-BACD1989B959}" type="pres">
      <dgm:prSet presAssocID="{65EB3E33-FE09-4297-9B5C-A161FA9B8FBA}" presName="background2" presStyleLbl="node2" presStyleIdx="0" presStyleCnt="3"/>
      <dgm:spPr/>
    </dgm:pt>
    <dgm:pt modelId="{2270545C-4E6D-4C97-901C-BC3132E2C2F3}" type="pres">
      <dgm:prSet presAssocID="{65EB3E33-FE09-4297-9B5C-A161FA9B8FBA}" presName="text2" presStyleLbl="fgAcc2" presStyleIdx="0" presStyleCnt="3">
        <dgm:presLayoutVars>
          <dgm:chPref val="3"/>
        </dgm:presLayoutVars>
      </dgm:prSet>
      <dgm:spPr/>
    </dgm:pt>
    <dgm:pt modelId="{D3022BF9-B4C2-412C-8AD2-B1915B4BF864}" type="pres">
      <dgm:prSet presAssocID="{65EB3E33-FE09-4297-9B5C-A161FA9B8FBA}" presName="hierChild3" presStyleCnt="0"/>
      <dgm:spPr/>
    </dgm:pt>
    <dgm:pt modelId="{28E4C87C-E197-4D70-9ECD-19E696D194FD}" type="pres">
      <dgm:prSet presAssocID="{73CD00EB-F8CE-4ABA-81E6-E42ECE8363CF}" presName="Name10" presStyleLbl="parChTrans1D2" presStyleIdx="1" presStyleCnt="3"/>
      <dgm:spPr/>
    </dgm:pt>
    <dgm:pt modelId="{887D698F-FB3E-429E-8103-8C9E20839F5B}" type="pres">
      <dgm:prSet presAssocID="{C28A1335-A6DC-462D-B271-A3A0ACF1EA4D}" presName="hierRoot2" presStyleCnt="0"/>
      <dgm:spPr/>
    </dgm:pt>
    <dgm:pt modelId="{9D04E605-9290-4B1C-BE5D-A45A22AD0B57}" type="pres">
      <dgm:prSet presAssocID="{C28A1335-A6DC-462D-B271-A3A0ACF1EA4D}" presName="composite2" presStyleCnt="0"/>
      <dgm:spPr/>
    </dgm:pt>
    <dgm:pt modelId="{419F3D84-529E-4CE8-B768-6FADE32957A3}" type="pres">
      <dgm:prSet presAssocID="{C28A1335-A6DC-462D-B271-A3A0ACF1EA4D}" presName="background2" presStyleLbl="node2" presStyleIdx="1" presStyleCnt="3"/>
      <dgm:spPr/>
    </dgm:pt>
    <dgm:pt modelId="{5DA6086C-D923-451A-B01F-E6A09D399FF3}" type="pres">
      <dgm:prSet presAssocID="{C28A1335-A6DC-462D-B271-A3A0ACF1EA4D}" presName="text2" presStyleLbl="fgAcc2" presStyleIdx="1" presStyleCnt="3">
        <dgm:presLayoutVars>
          <dgm:chPref val="3"/>
        </dgm:presLayoutVars>
      </dgm:prSet>
      <dgm:spPr/>
    </dgm:pt>
    <dgm:pt modelId="{27390119-67B4-40D8-B0B8-F3F7722B1CC0}" type="pres">
      <dgm:prSet presAssocID="{C28A1335-A6DC-462D-B271-A3A0ACF1EA4D}" presName="hierChild3" presStyleCnt="0"/>
      <dgm:spPr/>
    </dgm:pt>
    <dgm:pt modelId="{B294A2FA-C429-4020-9F2E-CFD24FC52BB4}" type="pres">
      <dgm:prSet presAssocID="{F698BBCB-5246-4205-B180-81B41E75B5E5}" presName="Name10" presStyleLbl="parChTrans1D2" presStyleIdx="2" presStyleCnt="3"/>
      <dgm:spPr/>
    </dgm:pt>
    <dgm:pt modelId="{49E317B5-3906-46A5-98FF-B227077A3FB2}" type="pres">
      <dgm:prSet presAssocID="{9A36FD8A-2B18-4A21-83B5-0145FBCE0990}" presName="hierRoot2" presStyleCnt="0"/>
      <dgm:spPr/>
    </dgm:pt>
    <dgm:pt modelId="{8A8506D8-50C5-4B6C-872B-4BD13BE3FE05}" type="pres">
      <dgm:prSet presAssocID="{9A36FD8A-2B18-4A21-83B5-0145FBCE0990}" presName="composite2" presStyleCnt="0"/>
      <dgm:spPr/>
    </dgm:pt>
    <dgm:pt modelId="{E01AF4EC-9FF2-4C94-978D-7359816AE68E}" type="pres">
      <dgm:prSet presAssocID="{9A36FD8A-2B18-4A21-83B5-0145FBCE0990}" presName="background2" presStyleLbl="node2" presStyleIdx="2" presStyleCnt="3"/>
      <dgm:spPr/>
    </dgm:pt>
    <dgm:pt modelId="{696C4798-C305-4618-95B4-2F621435B28D}" type="pres">
      <dgm:prSet presAssocID="{9A36FD8A-2B18-4A21-83B5-0145FBCE0990}" presName="text2" presStyleLbl="fgAcc2" presStyleIdx="2" presStyleCnt="3">
        <dgm:presLayoutVars>
          <dgm:chPref val="3"/>
        </dgm:presLayoutVars>
      </dgm:prSet>
      <dgm:spPr/>
    </dgm:pt>
    <dgm:pt modelId="{D92B67E5-ACA6-4DBB-B01C-9A560598BE0A}" type="pres">
      <dgm:prSet presAssocID="{9A36FD8A-2B18-4A21-83B5-0145FBCE0990}" presName="hierChild3" presStyleCnt="0"/>
      <dgm:spPr/>
    </dgm:pt>
  </dgm:ptLst>
  <dgm:cxnLst>
    <dgm:cxn modelId="{D6FEC724-D72B-4EA8-891E-5A11C0087F4B}" type="presOf" srcId="{BEFCD582-523D-46D8-9A02-40A5B852938A}" destId="{5EDCA207-5645-48BA-B227-32A2AC7BB246}" srcOrd="0" destOrd="0" presId="urn:microsoft.com/office/officeart/2005/8/layout/hierarchy1"/>
    <dgm:cxn modelId="{8E948D28-5BD2-42C0-98F6-4D83A9A4A4D3}" srcId="{BEFCD582-523D-46D8-9A02-40A5B852938A}" destId="{C28A1335-A6DC-462D-B271-A3A0ACF1EA4D}" srcOrd="1" destOrd="0" parTransId="{73CD00EB-F8CE-4ABA-81E6-E42ECE8363CF}" sibTransId="{DBC2C6CA-DE74-430F-AD99-587D547929AD}"/>
    <dgm:cxn modelId="{A303393B-E051-4577-9B30-1C38A401FF8A}" type="presOf" srcId="{65EB3E33-FE09-4297-9B5C-A161FA9B8FBA}" destId="{2270545C-4E6D-4C97-901C-BC3132E2C2F3}" srcOrd="0" destOrd="0" presId="urn:microsoft.com/office/officeart/2005/8/layout/hierarchy1"/>
    <dgm:cxn modelId="{8985943C-79AF-4858-B725-B57D9FA88DFF}" srcId="{BEFCD582-523D-46D8-9A02-40A5B852938A}" destId="{9A36FD8A-2B18-4A21-83B5-0145FBCE0990}" srcOrd="2" destOrd="0" parTransId="{F698BBCB-5246-4205-B180-81B41E75B5E5}" sibTransId="{769E1ACB-3788-4813-B646-48AB5E667AD7}"/>
    <dgm:cxn modelId="{2EF2A16C-176A-4257-B337-812E2606F592}" type="presOf" srcId="{E7CABD4C-09B4-4116-BE8D-B6247B86F688}" destId="{DCE4791F-3268-44A8-AD24-5594458FC136}" srcOrd="0" destOrd="0" presId="urn:microsoft.com/office/officeart/2005/8/layout/hierarchy1"/>
    <dgm:cxn modelId="{DBB28072-CF13-4891-B6AA-0337BADB0AC3}" type="presOf" srcId="{9A36FD8A-2B18-4A21-83B5-0145FBCE0990}" destId="{696C4798-C305-4618-95B4-2F621435B28D}" srcOrd="0" destOrd="0" presId="urn:microsoft.com/office/officeart/2005/8/layout/hierarchy1"/>
    <dgm:cxn modelId="{A6680E56-25B4-48DA-A02A-C4D7D22BAD38}" type="presOf" srcId="{73CD00EB-F8CE-4ABA-81E6-E42ECE8363CF}" destId="{28E4C87C-E197-4D70-9ECD-19E696D194FD}" srcOrd="0" destOrd="0" presId="urn:microsoft.com/office/officeart/2005/8/layout/hierarchy1"/>
    <dgm:cxn modelId="{5582D459-5F0F-4433-8FD8-E660A1872521}" srcId="{BEFCD582-523D-46D8-9A02-40A5B852938A}" destId="{65EB3E33-FE09-4297-9B5C-A161FA9B8FBA}" srcOrd="0" destOrd="0" parTransId="{E7CABD4C-09B4-4116-BE8D-B6247B86F688}" sibTransId="{6FBF4039-1907-448C-8D49-E924D243BD93}"/>
    <dgm:cxn modelId="{1538518B-AD40-42BD-8559-59FEBF1E5D1A}" type="presOf" srcId="{C28A1335-A6DC-462D-B271-A3A0ACF1EA4D}" destId="{5DA6086C-D923-451A-B01F-E6A09D399FF3}" srcOrd="0" destOrd="0" presId="urn:microsoft.com/office/officeart/2005/8/layout/hierarchy1"/>
    <dgm:cxn modelId="{10057AAA-7CF6-44A0-A93B-3ED4D6CB85EF}" type="presOf" srcId="{F698BBCB-5246-4205-B180-81B41E75B5E5}" destId="{B294A2FA-C429-4020-9F2E-CFD24FC52BB4}" srcOrd="0" destOrd="0" presId="urn:microsoft.com/office/officeart/2005/8/layout/hierarchy1"/>
    <dgm:cxn modelId="{4B7BA7C9-6B75-4A91-A3B8-4813DD6BF455}" srcId="{7BA285F9-72BC-42B7-AE43-88A3144B500E}" destId="{BEFCD582-523D-46D8-9A02-40A5B852938A}" srcOrd="0" destOrd="0" parTransId="{A2B2E24E-6450-469D-8643-FF7050C06963}" sibTransId="{1548865F-6AC5-44B4-9749-F2D34184F29D}"/>
    <dgm:cxn modelId="{00D691F4-43DD-46BF-91C2-01E2CFA64247}" type="presOf" srcId="{7BA285F9-72BC-42B7-AE43-88A3144B500E}" destId="{588FD32D-858C-4001-AE79-2DEC9E27B83F}" srcOrd="0" destOrd="0" presId="urn:microsoft.com/office/officeart/2005/8/layout/hierarchy1"/>
    <dgm:cxn modelId="{32247B96-9BCD-45A9-8E61-B1152CC342F2}" type="presParOf" srcId="{588FD32D-858C-4001-AE79-2DEC9E27B83F}" destId="{7EE2E3D4-6424-48C6-8632-EEA3B9FE0999}" srcOrd="0" destOrd="0" presId="urn:microsoft.com/office/officeart/2005/8/layout/hierarchy1"/>
    <dgm:cxn modelId="{55ECF197-546F-431A-8924-438B5F1AD565}" type="presParOf" srcId="{7EE2E3D4-6424-48C6-8632-EEA3B9FE0999}" destId="{6F857FED-84EF-425E-83FF-F8CAC4B65C6D}" srcOrd="0" destOrd="0" presId="urn:microsoft.com/office/officeart/2005/8/layout/hierarchy1"/>
    <dgm:cxn modelId="{9D468E04-6695-4DFC-9160-31C27A8BEA25}" type="presParOf" srcId="{6F857FED-84EF-425E-83FF-F8CAC4B65C6D}" destId="{A8B5BEE2-CD84-47F9-9841-8FE274A2D368}" srcOrd="0" destOrd="0" presId="urn:microsoft.com/office/officeart/2005/8/layout/hierarchy1"/>
    <dgm:cxn modelId="{0070341D-9479-4878-9579-FB5B30EFD905}" type="presParOf" srcId="{6F857FED-84EF-425E-83FF-F8CAC4B65C6D}" destId="{5EDCA207-5645-48BA-B227-32A2AC7BB246}" srcOrd="1" destOrd="0" presId="urn:microsoft.com/office/officeart/2005/8/layout/hierarchy1"/>
    <dgm:cxn modelId="{89F18A52-6BFE-4BBB-84CA-DDDC31F41946}" type="presParOf" srcId="{7EE2E3D4-6424-48C6-8632-EEA3B9FE0999}" destId="{2ECAE134-EB02-4555-8A5F-4874A692CEC4}" srcOrd="1" destOrd="0" presId="urn:microsoft.com/office/officeart/2005/8/layout/hierarchy1"/>
    <dgm:cxn modelId="{4224F945-A420-458B-87F3-FF6A0A3BE69F}" type="presParOf" srcId="{2ECAE134-EB02-4555-8A5F-4874A692CEC4}" destId="{DCE4791F-3268-44A8-AD24-5594458FC136}" srcOrd="0" destOrd="0" presId="urn:microsoft.com/office/officeart/2005/8/layout/hierarchy1"/>
    <dgm:cxn modelId="{9C59E0BE-6134-42B5-8F87-43B821675175}" type="presParOf" srcId="{2ECAE134-EB02-4555-8A5F-4874A692CEC4}" destId="{4BE35D2B-4E29-4581-BFA5-83CBFFE7800C}" srcOrd="1" destOrd="0" presId="urn:microsoft.com/office/officeart/2005/8/layout/hierarchy1"/>
    <dgm:cxn modelId="{74D04A6C-68B9-4A72-9539-5810FD0E1190}" type="presParOf" srcId="{4BE35D2B-4E29-4581-BFA5-83CBFFE7800C}" destId="{2B4EDFDB-39E8-484D-8CD7-D2A437C23820}" srcOrd="0" destOrd="0" presId="urn:microsoft.com/office/officeart/2005/8/layout/hierarchy1"/>
    <dgm:cxn modelId="{82302D27-22D2-41E3-BDB7-FD1028580BE0}" type="presParOf" srcId="{2B4EDFDB-39E8-484D-8CD7-D2A437C23820}" destId="{38FA4EAB-4DAE-47D5-ADD5-BACD1989B959}" srcOrd="0" destOrd="0" presId="urn:microsoft.com/office/officeart/2005/8/layout/hierarchy1"/>
    <dgm:cxn modelId="{3436D56E-2BF8-4E25-903B-D0E8ACFAFEF2}" type="presParOf" srcId="{2B4EDFDB-39E8-484D-8CD7-D2A437C23820}" destId="{2270545C-4E6D-4C97-901C-BC3132E2C2F3}" srcOrd="1" destOrd="0" presId="urn:microsoft.com/office/officeart/2005/8/layout/hierarchy1"/>
    <dgm:cxn modelId="{8C700C76-4287-472D-9941-F9FDA78DF448}" type="presParOf" srcId="{4BE35D2B-4E29-4581-BFA5-83CBFFE7800C}" destId="{D3022BF9-B4C2-412C-8AD2-B1915B4BF864}" srcOrd="1" destOrd="0" presId="urn:microsoft.com/office/officeart/2005/8/layout/hierarchy1"/>
    <dgm:cxn modelId="{DC1C9E25-4F74-4BAD-B15B-98D1FC27B5F1}" type="presParOf" srcId="{2ECAE134-EB02-4555-8A5F-4874A692CEC4}" destId="{28E4C87C-E197-4D70-9ECD-19E696D194FD}" srcOrd="2" destOrd="0" presId="urn:microsoft.com/office/officeart/2005/8/layout/hierarchy1"/>
    <dgm:cxn modelId="{6A015E8B-EC1D-4A3F-B1D4-001B676ED676}" type="presParOf" srcId="{2ECAE134-EB02-4555-8A5F-4874A692CEC4}" destId="{887D698F-FB3E-429E-8103-8C9E20839F5B}" srcOrd="3" destOrd="0" presId="urn:microsoft.com/office/officeart/2005/8/layout/hierarchy1"/>
    <dgm:cxn modelId="{15BC9E68-2C42-4935-BE82-2748693C6333}" type="presParOf" srcId="{887D698F-FB3E-429E-8103-8C9E20839F5B}" destId="{9D04E605-9290-4B1C-BE5D-A45A22AD0B57}" srcOrd="0" destOrd="0" presId="urn:microsoft.com/office/officeart/2005/8/layout/hierarchy1"/>
    <dgm:cxn modelId="{A8B7060E-FDFD-4874-B10C-DBCF1FA04FA9}" type="presParOf" srcId="{9D04E605-9290-4B1C-BE5D-A45A22AD0B57}" destId="{419F3D84-529E-4CE8-B768-6FADE32957A3}" srcOrd="0" destOrd="0" presId="urn:microsoft.com/office/officeart/2005/8/layout/hierarchy1"/>
    <dgm:cxn modelId="{5DEB8BF7-2894-4A53-ABF1-31BDBFB171B4}" type="presParOf" srcId="{9D04E605-9290-4B1C-BE5D-A45A22AD0B57}" destId="{5DA6086C-D923-451A-B01F-E6A09D399FF3}" srcOrd="1" destOrd="0" presId="urn:microsoft.com/office/officeart/2005/8/layout/hierarchy1"/>
    <dgm:cxn modelId="{311A89C2-D315-4B02-A1E8-4A44CD39B452}" type="presParOf" srcId="{887D698F-FB3E-429E-8103-8C9E20839F5B}" destId="{27390119-67B4-40D8-B0B8-F3F7722B1CC0}" srcOrd="1" destOrd="0" presId="urn:microsoft.com/office/officeart/2005/8/layout/hierarchy1"/>
    <dgm:cxn modelId="{5351464C-FAC9-4191-93CB-8F7E308A85A8}" type="presParOf" srcId="{2ECAE134-EB02-4555-8A5F-4874A692CEC4}" destId="{B294A2FA-C429-4020-9F2E-CFD24FC52BB4}" srcOrd="4" destOrd="0" presId="urn:microsoft.com/office/officeart/2005/8/layout/hierarchy1"/>
    <dgm:cxn modelId="{DD432CA8-277A-45CC-B998-403199F0105C}" type="presParOf" srcId="{2ECAE134-EB02-4555-8A5F-4874A692CEC4}" destId="{49E317B5-3906-46A5-98FF-B227077A3FB2}" srcOrd="5" destOrd="0" presId="urn:microsoft.com/office/officeart/2005/8/layout/hierarchy1"/>
    <dgm:cxn modelId="{DE68845D-ADA4-47E3-A88E-D685DB201C76}" type="presParOf" srcId="{49E317B5-3906-46A5-98FF-B227077A3FB2}" destId="{8A8506D8-50C5-4B6C-872B-4BD13BE3FE05}" srcOrd="0" destOrd="0" presId="urn:microsoft.com/office/officeart/2005/8/layout/hierarchy1"/>
    <dgm:cxn modelId="{DA1A5141-713A-4B80-8BA2-8C4709FCD54F}" type="presParOf" srcId="{8A8506D8-50C5-4B6C-872B-4BD13BE3FE05}" destId="{E01AF4EC-9FF2-4C94-978D-7359816AE68E}" srcOrd="0" destOrd="0" presId="urn:microsoft.com/office/officeart/2005/8/layout/hierarchy1"/>
    <dgm:cxn modelId="{2095000E-9C24-4BBE-89BD-9499A2C2A61F}" type="presParOf" srcId="{8A8506D8-50C5-4B6C-872B-4BD13BE3FE05}" destId="{696C4798-C305-4618-95B4-2F621435B28D}" srcOrd="1" destOrd="0" presId="urn:microsoft.com/office/officeart/2005/8/layout/hierarchy1"/>
    <dgm:cxn modelId="{56B22FC6-8F39-4E32-B4E3-DEFE9736EE17}" type="presParOf" srcId="{49E317B5-3906-46A5-98FF-B227077A3FB2}" destId="{D92B67E5-ACA6-4DBB-B01C-9A560598BE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A285F9-72BC-42B7-AE43-88A3144B50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CD582-523D-46D8-9A02-40A5B852938A}">
      <dgm:prSet/>
      <dgm:spPr/>
      <dgm:t>
        <a:bodyPr/>
        <a:lstStyle/>
        <a:p>
          <a:r>
            <a:rPr lang="pt-BR" dirty="0"/>
            <a:t>Podemos dizer que:</a:t>
          </a:r>
          <a:endParaRPr lang="en-US" dirty="0"/>
        </a:p>
      </dgm:t>
    </dgm:pt>
    <dgm:pt modelId="{A2B2E24E-6450-469D-8643-FF7050C06963}" type="parTrans" cxnId="{4B7BA7C9-6B75-4A91-A3B8-4813DD6BF455}">
      <dgm:prSet/>
      <dgm:spPr/>
      <dgm:t>
        <a:bodyPr/>
        <a:lstStyle/>
        <a:p>
          <a:endParaRPr lang="en-US"/>
        </a:p>
      </dgm:t>
    </dgm:pt>
    <dgm:pt modelId="{1548865F-6AC5-44B4-9749-F2D34184F29D}" type="sibTrans" cxnId="{4B7BA7C9-6B75-4A91-A3B8-4813DD6BF455}">
      <dgm:prSet/>
      <dgm:spPr/>
      <dgm:t>
        <a:bodyPr/>
        <a:lstStyle/>
        <a:p>
          <a:endParaRPr lang="en-US"/>
        </a:p>
      </dgm:t>
    </dgm:pt>
    <dgm:pt modelId="{65EB3E33-FE09-4297-9B5C-A161FA9B8FBA}">
      <dgm:prSet/>
      <dgm:spPr/>
      <dgm:t>
        <a:bodyPr/>
        <a:lstStyle/>
        <a:p>
          <a:r>
            <a:rPr lang="pt-BR" b="0" i="0" dirty="0"/>
            <a:t>NULLIF() – retornará a primeira </a:t>
          </a:r>
          <a:r>
            <a:rPr lang="pt-BR" b="0" i="1" dirty="0" err="1"/>
            <a:t>expression</a:t>
          </a:r>
          <a:r>
            <a:rPr lang="pt-BR" b="0" i="0" dirty="0"/>
            <a:t> se as duas expressões não forem iguais. </a:t>
          </a:r>
          <a:endParaRPr lang="en-US" dirty="0"/>
        </a:p>
      </dgm:t>
    </dgm:pt>
    <dgm:pt modelId="{E7CABD4C-09B4-4116-BE8D-B6247B86F688}" type="parTrans" cxnId="{5582D459-5F0F-4433-8FD8-E660A1872521}">
      <dgm:prSet/>
      <dgm:spPr/>
      <dgm:t>
        <a:bodyPr/>
        <a:lstStyle/>
        <a:p>
          <a:endParaRPr lang="en-US"/>
        </a:p>
      </dgm:t>
    </dgm:pt>
    <dgm:pt modelId="{6FBF4039-1907-448C-8D49-E924D243BD93}" type="sibTrans" cxnId="{5582D459-5F0F-4433-8FD8-E660A1872521}">
      <dgm:prSet/>
      <dgm:spPr/>
      <dgm:t>
        <a:bodyPr/>
        <a:lstStyle/>
        <a:p>
          <a:endParaRPr lang="en-US"/>
        </a:p>
      </dgm:t>
    </dgm:pt>
    <dgm:pt modelId="{588FD32D-858C-4001-AE79-2DEC9E27B83F}" type="pres">
      <dgm:prSet presAssocID="{7BA285F9-72BC-42B7-AE43-88A3144B50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E2E3D4-6424-48C6-8632-EEA3B9FE0999}" type="pres">
      <dgm:prSet presAssocID="{BEFCD582-523D-46D8-9A02-40A5B852938A}" presName="hierRoot1" presStyleCnt="0"/>
      <dgm:spPr/>
    </dgm:pt>
    <dgm:pt modelId="{6F857FED-84EF-425E-83FF-F8CAC4B65C6D}" type="pres">
      <dgm:prSet presAssocID="{BEFCD582-523D-46D8-9A02-40A5B852938A}" presName="composite" presStyleCnt="0"/>
      <dgm:spPr/>
    </dgm:pt>
    <dgm:pt modelId="{A8B5BEE2-CD84-47F9-9841-8FE274A2D368}" type="pres">
      <dgm:prSet presAssocID="{BEFCD582-523D-46D8-9A02-40A5B852938A}" presName="background" presStyleLbl="node0" presStyleIdx="0" presStyleCnt="1"/>
      <dgm:spPr/>
    </dgm:pt>
    <dgm:pt modelId="{5EDCA207-5645-48BA-B227-32A2AC7BB246}" type="pres">
      <dgm:prSet presAssocID="{BEFCD582-523D-46D8-9A02-40A5B852938A}" presName="text" presStyleLbl="fgAcc0" presStyleIdx="0" presStyleCnt="1">
        <dgm:presLayoutVars>
          <dgm:chPref val="3"/>
        </dgm:presLayoutVars>
      </dgm:prSet>
      <dgm:spPr/>
    </dgm:pt>
    <dgm:pt modelId="{2ECAE134-EB02-4555-8A5F-4874A692CEC4}" type="pres">
      <dgm:prSet presAssocID="{BEFCD582-523D-46D8-9A02-40A5B852938A}" presName="hierChild2" presStyleCnt="0"/>
      <dgm:spPr/>
    </dgm:pt>
    <dgm:pt modelId="{DCE4791F-3268-44A8-AD24-5594458FC136}" type="pres">
      <dgm:prSet presAssocID="{E7CABD4C-09B4-4116-BE8D-B6247B86F688}" presName="Name10" presStyleLbl="parChTrans1D2" presStyleIdx="0" presStyleCnt="1"/>
      <dgm:spPr/>
    </dgm:pt>
    <dgm:pt modelId="{4BE35D2B-4E29-4581-BFA5-83CBFFE7800C}" type="pres">
      <dgm:prSet presAssocID="{65EB3E33-FE09-4297-9B5C-A161FA9B8FBA}" presName="hierRoot2" presStyleCnt="0"/>
      <dgm:spPr/>
    </dgm:pt>
    <dgm:pt modelId="{2B4EDFDB-39E8-484D-8CD7-D2A437C23820}" type="pres">
      <dgm:prSet presAssocID="{65EB3E33-FE09-4297-9B5C-A161FA9B8FBA}" presName="composite2" presStyleCnt="0"/>
      <dgm:spPr/>
    </dgm:pt>
    <dgm:pt modelId="{38FA4EAB-4DAE-47D5-ADD5-BACD1989B959}" type="pres">
      <dgm:prSet presAssocID="{65EB3E33-FE09-4297-9B5C-A161FA9B8FBA}" presName="background2" presStyleLbl="node2" presStyleIdx="0" presStyleCnt="1"/>
      <dgm:spPr/>
    </dgm:pt>
    <dgm:pt modelId="{2270545C-4E6D-4C97-901C-BC3132E2C2F3}" type="pres">
      <dgm:prSet presAssocID="{65EB3E33-FE09-4297-9B5C-A161FA9B8FBA}" presName="text2" presStyleLbl="fgAcc2" presStyleIdx="0" presStyleCnt="1">
        <dgm:presLayoutVars>
          <dgm:chPref val="3"/>
        </dgm:presLayoutVars>
      </dgm:prSet>
      <dgm:spPr/>
    </dgm:pt>
    <dgm:pt modelId="{D3022BF9-B4C2-412C-8AD2-B1915B4BF864}" type="pres">
      <dgm:prSet presAssocID="{65EB3E33-FE09-4297-9B5C-A161FA9B8FBA}" presName="hierChild3" presStyleCnt="0"/>
      <dgm:spPr/>
    </dgm:pt>
  </dgm:ptLst>
  <dgm:cxnLst>
    <dgm:cxn modelId="{D6FEC724-D72B-4EA8-891E-5A11C0087F4B}" type="presOf" srcId="{BEFCD582-523D-46D8-9A02-40A5B852938A}" destId="{5EDCA207-5645-48BA-B227-32A2AC7BB246}" srcOrd="0" destOrd="0" presId="urn:microsoft.com/office/officeart/2005/8/layout/hierarchy1"/>
    <dgm:cxn modelId="{A303393B-E051-4577-9B30-1C38A401FF8A}" type="presOf" srcId="{65EB3E33-FE09-4297-9B5C-A161FA9B8FBA}" destId="{2270545C-4E6D-4C97-901C-BC3132E2C2F3}" srcOrd="0" destOrd="0" presId="urn:microsoft.com/office/officeart/2005/8/layout/hierarchy1"/>
    <dgm:cxn modelId="{2EF2A16C-176A-4257-B337-812E2606F592}" type="presOf" srcId="{E7CABD4C-09B4-4116-BE8D-B6247B86F688}" destId="{DCE4791F-3268-44A8-AD24-5594458FC136}" srcOrd="0" destOrd="0" presId="urn:microsoft.com/office/officeart/2005/8/layout/hierarchy1"/>
    <dgm:cxn modelId="{5582D459-5F0F-4433-8FD8-E660A1872521}" srcId="{BEFCD582-523D-46D8-9A02-40A5B852938A}" destId="{65EB3E33-FE09-4297-9B5C-A161FA9B8FBA}" srcOrd="0" destOrd="0" parTransId="{E7CABD4C-09B4-4116-BE8D-B6247B86F688}" sibTransId="{6FBF4039-1907-448C-8D49-E924D243BD93}"/>
    <dgm:cxn modelId="{4B7BA7C9-6B75-4A91-A3B8-4813DD6BF455}" srcId="{7BA285F9-72BC-42B7-AE43-88A3144B500E}" destId="{BEFCD582-523D-46D8-9A02-40A5B852938A}" srcOrd="0" destOrd="0" parTransId="{A2B2E24E-6450-469D-8643-FF7050C06963}" sibTransId="{1548865F-6AC5-44B4-9749-F2D34184F29D}"/>
    <dgm:cxn modelId="{00D691F4-43DD-46BF-91C2-01E2CFA64247}" type="presOf" srcId="{7BA285F9-72BC-42B7-AE43-88A3144B500E}" destId="{588FD32D-858C-4001-AE79-2DEC9E27B83F}" srcOrd="0" destOrd="0" presId="urn:microsoft.com/office/officeart/2005/8/layout/hierarchy1"/>
    <dgm:cxn modelId="{32247B96-9BCD-45A9-8E61-B1152CC342F2}" type="presParOf" srcId="{588FD32D-858C-4001-AE79-2DEC9E27B83F}" destId="{7EE2E3D4-6424-48C6-8632-EEA3B9FE0999}" srcOrd="0" destOrd="0" presId="urn:microsoft.com/office/officeart/2005/8/layout/hierarchy1"/>
    <dgm:cxn modelId="{55ECF197-546F-431A-8924-438B5F1AD565}" type="presParOf" srcId="{7EE2E3D4-6424-48C6-8632-EEA3B9FE0999}" destId="{6F857FED-84EF-425E-83FF-F8CAC4B65C6D}" srcOrd="0" destOrd="0" presId="urn:microsoft.com/office/officeart/2005/8/layout/hierarchy1"/>
    <dgm:cxn modelId="{9D468E04-6695-4DFC-9160-31C27A8BEA25}" type="presParOf" srcId="{6F857FED-84EF-425E-83FF-F8CAC4B65C6D}" destId="{A8B5BEE2-CD84-47F9-9841-8FE274A2D368}" srcOrd="0" destOrd="0" presId="urn:microsoft.com/office/officeart/2005/8/layout/hierarchy1"/>
    <dgm:cxn modelId="{0070341D-9479-4878-9579-FB5B30EFD905}" type="presParOf" srcId="{6F857FED-84EF-425E-83FF-F8CAC4B65C6D}" destId="{5EDCA207-5645-48BA-B227-32A2AC7BB246}" srcOrd="1" destOrd="0" presId="urn:microsoft.com/office/officeart/2005/8/layout/hierarchy1"/>
    <dgm:cxn modelId="{89F18A52-6BFE-4BBB-84CA-DDDC31F41946}" type="presParOf" srcId="{7EE2E3D4-6424-48C6-8632-EEA3B9FE0999}" destId="{2ECAE134-EB02-4555-8A5F-4874A692CEC4}" srcOrd="1" destOrd="0" presId="urn:microsoft.com/office/officeart/2005/8/layout/hierarchy1"/>
    <dgm:cxn modelId="{4224F945-A420-458B-87F3-FF6A0A3BE69F}" type="presParOf" srcId="{2ECAE134-EB02-4555-8A5F-4874A692CEC4}" destId="{DCE4791F-3268-44A8-AD24-5594458FC136}" srcOrd="0" destOrd="0" presId="urn:microsoft.com/office/officeart/2005/8/layout/hierarchy1"/>
    <dgm:cxn modelId="{9C59E0BE-6134-42B5-8F87-43B821675175}" type="presParOf" srcId="{2ECAE134-EB02-4555-8A5F-4874A692CEC4}" destId="{4BE35D2B-4E29-4581-BFA5-83CBFFE7800C}" srcOrd="1" destOrd="0" presId="urn:microsoft.com/office/officeart/2005/8/layout/hierarchy1"/>
    <dgm:cxn modelId="{74D04A6C-68B9-4A72-9539-5810FD0E1190}" type="presParOf" srcId="{4BE35D2B-4E29-4581-BFA5-83CBFFE7800C}" destId="{2B4EDFDB-39E8-484D-8CD7-D2A437C23820}" srcOrd="0" destOrd="0" presId="urn:microsoft.com/office/officeart/2005/8/layout/hierarchy1"/>
    <dgm:cxn modelId="{82302D27-22D2-41E3-BDB7-FD1028580BE0}" type="presParOf" srcId="{2B4EDFDB-39E8-484D-8CD7-D2A437C23820}" destId="{38FA4EAB-4DAE-47D5-ADD5-BACD1989B959}" srcOrd="0" destOrd="0" presId="urn:microsoft.com/office/officeart/2005/8/layout/hierarchy1"/>
    <dgm:cxn modelId="{3436D56E-2BF8-4E25-903B-D0E8ACFAFEF2}" type="presParOf" srcId="{2B4EDFDB-39E8-484D-8CD7-D2A437C23820}" destId="{2270545C-4E6D-4C97-901C-BC3132E2C2F3}" srcOrd="1" destOrd="0" presId="urn:microsoft.com/office/officeart/2005/8/layout/hierarchy1"/>
    <dgm:cxn modelId="{8C700C76-4287-472D-9941-F9FDA78DF448}" type="presParOf" srcId="{4BE35D2B-4E29-4581-BFA5-83CBFFE7800C}" destId="{D3022BF9-B4C2-412C-8AD2-B1915B4BF8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CB73F-3EFC-4457-84B4-EB133A231219}">
      <dsp:nvSpPr>
        <dsp:cNvPr id="0" name=""/>
        <dsp:cNvSpPr/>
      </dsp:nvSpPr>
      <dsp:spPr>
        <a:xfrm>
          <a:off x="5565561" y="1536265"/>
          <a:ext cx="1477145" cy="702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9065"/>
              </a:lnTo>
              <a:lnTo>
                <a:pt x="1477145" y="479065"/>
              </a:lnTo>
              <a:lnTo>
                <a:pt x="1477145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4791F-3268-44A8-AD24-5594458FC136}">
      <dsp:nvSpPr>
        <dsp:cNvPr id="0" name=""/>
        <dsp:cNvSpPr/>
      </dsp:nvSpPr>
      <dsp:spPr>
        <a:xfrm>
          <a:off x="4088416" y="1536265"/>
          <a:ext cx="1477145" cy="702986"/>
        </a:xfrm>
        <a:custGeom>
          <a:avLst/>
          <a:gdLst/>
          <a:ahLst/>
          <a:cxnLst/>
          <a:rect l="0" t="0" r="0" b="0"/>
          <a:pathLst>
            <a:path>
              <a:moveTo>
                <a:pt x="1477145" y="0"/>
              </a:moveTo>
              <a:lnTo>
                <a:pt x="1477145" y="479065"/>
              </a:lnTo>
              <a:lnTo>
                <a:pt x="0" y="479065"/>
              </a:lnTo>
              <a:lnTo>
                <a:pt x="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5BEE2-CD84-47F9-9841-8FE274A2D368}">
      <dsp:nvSpPr>
        <dsp:cNvPr id="0" name=""/>
        <dsp:cNvSpPr/>
      </dsp:nvSpPr>
      <dsp:spPr>
        <a:xfrm>
          <a:off x="4356987" y="1377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A207-5645-48BA-B227-32A2AC7BB246}">
      <dsp:nvSpPr>
        <dsp:cNvPr id="0" name=""/>
        <dsp:cNvSpPr/>
      </dsp:nvSpPr>
      <dsp:spPr>
        <a:xfrm>
          <a:off x="4625559" y="256520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Podemos dizer que:</a:t>
          </a:r>
          <a:endParaRPr lang="en-US" sz="1800" kern="1200" dirty="0"/>
        </a:p>
      </dsp:txBody>
      <dsp:txXfrm>
        <a:off x="4670514" y="301475"/>
        <a:ext cx="2327237" cy="1444978"/>
      </dsp:txXfrm>
    </dsp:sp>
    <dsp:sp modelId="{38FA4EAB-4DAE-47D5-ADD5-BACD1989B959}">
      <dsp:nvSpPr>
        <dsp:cNvPr id="0" name=""/>
        <dsp:cNvSpPr/>
      </dsp:nvSpPr>
      <dsp:spPr>
        <a:xfrm>
          <a:off x="2879842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0545C-4E6D-4C97-901C-BC3132E2C2F3}">
      <dsp:nvSpPr>
        <dsp:cNvPr id="0" name=""/>
        <dsp:cNvSpPr/>
      </dsp:nvSpPr>
      <dsp:spPr>
        <a:xfrm>
          <a:off x="3148414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LEFT() – retorna o conteúdo do lado esquerdo do texto a partir da posição passada na função;</a:t>
          </a:r>
          <a:endParaRPr lang="en-US" sz="1800" kern="1200" dirty="0"/>
        </a:p>
      </dsp:txBody>
      <dsp:txXfrm>
        <a:off x="3193369" y="2539351"/>
        <a:ext cx="2327237" cy="1444978"/>
      </dsp:txXfrm>
    </dsp:sp>
    <dsp:sp modelId="{1321FA11-34BD-4624-8682-CBC7348713C0}">
      <dsp:nvSpPr>
        <dsp:cNvPr id="0" name=""/>
        <dsp:cNvSpPr/>
      </dsp:nvSpPr>
      <dsp:spPr>
        <a:xfrm>
          <a:off x="5834133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002E4-4C60-4FD7-BB6B-DAAD77C90E50}">
      <dsp:nvSpPr>
        <dsp:cNvPr id="0" name=""/>
        <dsp:cNvSpPr/>
      </dsp:nvSpPr>
      <dsp:spPr>
        <a:xfrm>
          <a:off x="6102705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RIGHT() – retorna o conteúdo do lado direito do texto a partir da posição passada na função;</a:t>
          </a:r>
          <a:endParaRPr lang="en-US" sz="1800" kern="1200" dirty="0"/>
        </a:p>
      </dsp:txBody>
      <dsp:txXfrm>
        <a:off x="6147660" y="2539351"/>
        <a:ext cx="2327237" cy="1444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CB73F-3EFC-4457-84B4-EB133A231219}">
      <dsp:nvSpPr>
        <dsp:cNvPr id="0" name=""/>
        <dsp:cNvSpPr/>
      </dsp:nvSpPr>
      <dsp:spPr>
        <a:xfrm>
          <a:off x="5565561" y="1536265"/>
          <a:ext cx="2954291" cy="702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9065"/>
              </a:lnTo>
              <a:lnTo>
                <a:pt x="2954291" y="479065"/>
              </a:lnTo>
              <a:lnTo>
                <a:pt x="2954291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BA13B6-4B85-48A7-92DA-C8C0FD57179D}">
      <dsp:nvSpPr>
        <dsp:cNvPr id="0" name=""/>
        <dsp:cNvSpPr/>
      </dsp:nvSpPr>
      <dsp:spPr>
        <a:xfrm>
          <a:off x="5519841" y="1536265"/>
          <a:ext cx="91440" cy="702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4791F-3268-44A8-AD24-5594458FC136}">
      <dsp:nvSpPr>
        <dsp:cNvPr id="0" name=""/>
        <dsp:cNvSpPr/>
      </dsp:nvSpPr>
      <dsp:spPr>
        <a:xfrm>
          <a:off x="2611270" y="1536265"/>
          <a:ext cx="2954291" cy="702986"/>
        </a:xfrm>
        <a:custGeom>
          <a:avLst/>
          <a:gdLst/>
          <a:ahLst/>
          <a:cxnLst/>
          <a:rect l="0" t="0" r="0" b="0"/>
          <a:pathLst>
            <a:path>
              <a:moveTo>
                <a:pt x="2954291" y="0"/>
              </a:moveTo>
              <a:lnTo>
                <a:pt x="2954291" y="479065"/>
              </a:lnTo>
              <a:lnTo>
                <a:pt x="0" y="479065"/>
              </a:lnTo>
              <a:lnTo>
                <a:pt x="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5BEE2-CD84-47F9-9841-8FE274A2D368}">
      <dsp:nvSpPr>
        <dsp:cNvPr id="0" name=""/>
        <dsp:cNvSpPr/>
      </dsp:nvSpPr>
      <dsp:spPr>
        <a:xfrm>
          <a:off x="4356987" y="1377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A207-5645-48BA-B227-32A2AC7BB246}">
      <dsp:nvSpPr>
        <dsp:cNvPr id="0" name=""/>
        <dsp:cNvSpPr/>
      </dsp:nvSpPr>
      <dsp:spPr>
        <a:xfrm>
          <a:off x="4625559" y="256520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Podemos dizer que:</a:t>
          </a:r>
          <a:endParaRPr lang="en-US" sz="1800" kern="1200" dirty="0"/>
        </a:p>
      </dsp:txBody>
      <dsp:txXfrm>
        <a:off x="4670514" y="301475"/>
        <a:ext cx="2327237" cy="1444978"/>
      </dsp:txXfrm>
    </dsp:sp>
    <dsp:sp modelId="{38FA4EAB-4DAE-47D5-ADD5-BACD1989B959}">
      <dsp:nvSpPr>
        <dsp:cNvPr id="0" name=""/>
        <dsp:cNvSpPr/>
      </dsp:nvSpPr>
      <dsp:spPr>
        <a:xfrm>
          <a:off x="1402696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0545C-4E6D-4C97-901C-BC3132E2C2F3}">
      <dsp:nvSpPr>
        <dsp:cNvPr id="0" name=""/>
        <dsp:cNvSpPr/>
      </dsp:nvSpPr>
      <dsp:spPr>
        <a:xfrm>
          <a:off x="1671268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UPPER() – usada para transformar </a:t>
          </a:r>
          <a:r>
            <a:rPr lang="pt-BR" sz="1800" b="0" i="1" kern="1200" dirty="0" err="1"/>
            <a:t>strings</a:t>
          </a:r>
          <a:r>
            <a:rPr lang="pt-BR" sz="1800" b="0" i="1" kern="1200" dirty="0"/>
            <a:t> </a:t>
          </a:r>
          <a:r>
            <a:rPr lang="pt-BR" sz="1800" b="0" i="0" kern="1200" dirty="0"/>
            <a:t>minúsculas (</a:t>
          </a:r>
          <a:r>
            <a:rPr lang="pt-BR" sz="1800" b="0" i="1" kern="1200" dirty="0" err="1"/>
            <a:t>lowercase</a:t>
          </a:r>
          <a:r>
            <a:rPr lang="pt-BR" sz="1800" b="0" i="0" kern="1200" dirty="0"/>
            <a:t>) em maiúsculas (</a:t>
          </a:r>
          <a:r>
            <a:rPr lang="pt-BR" sz="1800" b="0" i="1" kern="1200" dirty="0" err="1"/>
            <a:t>uppercase</a:t>
          </a:r>
          <a:r>
            <a:rPr lang="pt-BR" sz="1800" b="0" i="0" kern="1200" dirty="0"/>
            <a:t>).</a:t>
          </a:r>
          <a:endParaRPr lang="en-US" sz="1800" kern="1200" dirty="0"/>
        </a:p>
      </dsp:txBody>
      <dsp:txXfrm>
        <a:off x="1716223" y="2539351"/>
        <a:ext cx="2327237" cy="1444978"/>
      </dsp:txXfrm>
    </dsp:sp>
    <dsp:sp modelId="{5B779973-5779-485C-AC92-689566DC2068}">
      <dsp:nvSpPr>
        <dsp:cNvPr id="0" name=""/>
        <dsp:cNvSpPr/>
      </dsp:nvSpPr>
      <dsp:spPr>
        <a:xfrm>
          <a:off x="4356987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667B9-BE44-4A57-BAF5-584D7F49DDAA}">
      <dsp:nvSpPr>
        <dsp:cNvPr id="0" name=""/>
        <dsp:cNvSpPr/>
      </dsp:nvSpPr>
      <dsp:spPr>
        <a:xfrm>
          <a:off x="4625559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LOWER() – usada para transformar </a:t>
          </a:r>
          <a:r>
            <a:rPr lang="pt-BR" sz="1800" b="0" i="1" kern="1200" dirty="0" err="1"/>
            <a:t>strings</a:t>
          </a:r>
          <a:r>
            <a:rPr lang="pt-BR" sz="1800" b="0" i="1" kern="1200" dirty="0"/>
            <a:t> </a:t>
          </a:r>
          <a:r>
            <a:rPr lang="pt-BR" sz="1800" b="0" i="0" kern="1200" dirty="0"/>
            <a:t>maiúsculas (</a:t>
          </a:r>
          <a:r>
            <a:rPr lang="pt-BR" sz="1800" b="0" i="1" kern="1200" dirty="0" err="1"/>
            <a:t>uppercase</a:t>
          </a:r>
          <a:r>
            <a:rPr lang="pt-BR" sz="1800" b="0" i="0" kern="1200" dirty="0"/>
            <a:t>) para minúsculas (</a:t>
          </a:r>
          <a:r>
            <a:rPr lang="pt-BR" sz="1800" b="0" i="1" kern="1200" dirty="0" err="1"/>
            <a:t>lowercase</a:t>
          </a:r>
          <a:r>
            <a:rPr lang="pt-BR" sz="1800" b="0" i="0" kern="1200" dirty="0"/>
            <a:t>).</a:t>
          </a:r>
          <a:endParaRPr lang="en-US" sz="1800" kern="1200" dirty="0"/>
        </a:p>
      </dsp:txBody>
      <dsp:txXfrm>
        <a:off x="4670514" y="2539351"/>
        <a:ext cx="2327237" cy="1444978"/>
      </dsp:txXfrm>
    </dsp:sp>
    <dsp:sp modelId="{1321FA11-34BD-4624-8682-CBC7348713C0}">
      <dsp:nvSpPr>
        <dsp:cNvPr id="0" name=""/>
        <dsp:cNvSpPr/>
      </dsp:nvSpPr>
      <dsp:spPr>
        <a:xfrm>
          <a:off x="7311278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002E4-4C60-4FD7-BB6B-DAAD77C90E50}">
      <dsp:nvSpPr>
        <dsp:cNvPr id="0" name=""/>
        <dsp:cNvSpPr/>
      </dsp:nvSpPr>
      <dsp:spPr>
        <a:xfrm>
          <a:off x="7579850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LEN() – usada para identificar o comprimento de uma expressão em caracteres.</a:t>
          </a:r>
          <a:endParaRPr lang="en-US" sz="1800" kern="1200" dirty="0"/>
        </a:p>
      </dsp:txBody>
      <dsp:txXfrm>
        <a:off x="7624805" y="2539351"/>
        <a:ext cx="2327237" cy="14449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0D4B1-4C95-496A-8F3E-EAC499B830AA}">
      <dsp:nvSpPr>
        <dsp:cNvPr id="0" name=""/>
        <dsp:cNvSpPr/>
      </dsp:nvSpPr>
      <dsp:spPr>
        <a:xfrm>
          <a:off x="5567370" y="1542719"/>
          <a:ext cx="4371738" cy="693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2611"/>
              </a:lnTo>
              <a:lnTo>
                <a:pt x="4371738" y="472611"/>
              </a:lnTo>
              <a:lnTo>
                <a:pt x="4371738" y="6935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8CB73F-3EFC-4457-84B4-EB133A231219}">
      <dsp:nvSpPr>
        <dsp:cNvPr id="0" name=""/>
        <dsp:cNvSpPr/>
      </dsp:nvSpPr>
      <dsp:spPr>
        <a:xfrm>
          <a:off x="5567370" y="1542719"/>
          <a:ext cx="1457246" cy="693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2611"/>
              </a:lnTo>
              <a:lnTo>
                <a:pt x="1457246" y="472611"/>
              </a:lnTo>
              <a:lnTo>
                <a:pt x="1457246" y="6935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BA13B6-4B85-48A7-92DA-C8C0FD57179D}">
      <dsp:nvSpPr>
        <dsp:cNvPr id="0" name=""/>
        <dsp:cNvSpPr/>
      </dsp:nvSpPr>
      <dsp:spPr>
        <a:xfrm>
          <a:off x="4110124" y="1542719"/>
          <a:ext cx="1457246" cy="693516"/>
        </a:xfrm>
        <a:custGeom>
          <a:avLst/>
          <a:gdLst/>
          <a:ahLst/>
          <a:cxnLst/>
          <a:rect l="0" t="0" r="0" b="0"/>
          <a:pathLst>
            <a:path>
              <a:moveTo>
                <a:pt x="1457246" y="0"/>
              </a:moveTo>
              <a:lnTo>
                <a:pt x="1457246" y="472611"/>
              </a:lnTo>
              <a:lnTo>
                <a:pt x="0" y="472611"/>
              </a:lnTo>
              <a:lnTo>
                <a:pt x="0" y="6935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4791F-3268-44A8-AD24-5594458FC136}">
      <dsp:nvSpPr>
        <dsp:cNvPr id="0" name=""/>
        <dsp:cNvSpPr/>
      </dsp:nvSpPr>
      <dsp:spPr>
        <a:xfrm>
          <a:off x="1195632" y="1542719"/>
          <a:ext cx="4371738" cy="693516"/>
        </a:xfrm>
        <a:custGeom>
          <a:avLst/>
          <a:gdLst/>
          <a:ahLst/>
          <a:cxnLst/>
          <a:rect l="0" t="0" r="0" b="0"/>
          <a:pathLst>
            <a:path>
              <a:moveTo>
                <a:pt x="4371738" y="0"/>
              </a:moveTo>
              <a:lnTo>
                <a:pt x="4371738" y="472611"/>
              </a:lnTo>
              <a:lnTo>
                <a:pt x="0" y="472611"/>
              </a:lnTo>
              <a:lnTo>
                <a:pt x="0" y="6935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5BEE2-CD84-47F9-9841-8FE274A2D368}">
      <dsp:nvSpPr>
        <dsp:cNvPr id="0" name=""/>
        <dsp:cNvSpPr/>
      </dsp:nvSpPr>
      <dsp:spPr>
        <a:xfrm>
          <a:off x="4375078" y="28508"/>
          <a:ext cx="2384584" cy="1514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A207-5645-48BA-B227-32A2AC7BB246}">
      <dsp:nvSpPr>
        <dsp:cNvPr id="0" name=""/>
        <dsp:cNvSpPr/>
      </dsp:nvSpPr>
      <dsp:spPr>
        <a:xfrm>
          <a:off x="4640032" y="280214"/>
          <a:ext cx="2384584" cy="151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Podemos dizer que:</a:t>
          </a:r>
          <a:endParaRPr lang="en-US" sz="1800" kern="1200" dirty="0"/>
        </a:p>
      </dsp:txBody>
      <dsp:txXfrm>
        <a:off x="4684382" y="324564"/>
        <a:ext cx="2295884" cy="1425511"/>
      </dsp:txXfrm>
    </dsp:sp>
    <dsp:sp modelId="{38FA4EAB-4DAE-47D5-ADD5-BACD1989B959}">
      <dsp:nvSpPr>
        <dsp:cNvPr id="0" name=""/>
        <dsp:cNvSpPr/>
      </dsp:nvSpPr>
      <dsp:spPr>
        <a:xfrm>
          <a:off x="3339" y="2236236"/>
          <a:ext cx="2384584" cy="1514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0545C-4E6D-4C97-901C-BC3132E2C2F3}">
      <dsp:nvSpPr>
        <dsp:cNvPr id="0" name=""/>
        <dsp:cNvSpPr/>
      </dsp:nvSpPr>
      <dsp:spPr>
        <a:xfrm>
          <a:off x="268293" y="2487942"/>
          <a:ext cx="2384584" cy="151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LTIM() – remove todos os espaços em branco à </a:t>
          </a:r>
          <a:r>
            <a:rPr lang="pt-BR" sz="1800" b="1" i="0" kern="1200" dirty="0"/>
            <a:t>esquerda </a:t>
          </a:r>
          <a:r>
            <a:rPr lang="pt-BR" sz="1800" b="0" i="0" kern="1200" dirty="0"/>
            <a:t>de uma </a:t>
          </a:r>
          <a:r>
            <a:rPr lang="pt-BR" sz="1800" b="0" i="0" kern="1200" dirty="0" err="1"/>
            <a:t>string</a:t>
          </a:r>
          <a:r>
            <a:rPr lang="pt-BR" sz="1800" b="0" i="0" kern="1200" dirty="0"/>
            <a:t>.</a:t>
          </a:r>
          <a:endParaRPr lang="en-US" sz="1800" kern="1200" dirty="0"/>
        </a:p>
      </dsp:txBody>
      <dsp:txXfrm>
        <a:off x="312643" y="2532292"/>
        <a:ext cx="2295884" cy="1425511"/>
      </dsp:txXfrm>
    </dsp:sp>
    <dsp:sp modelId="{5B779973-5779-485C-AC92-689566DC2068}">
      <dsp:nvSpPr>
        <dsp:cNvPr id="0" name=""/>
        <dsp:cNvSpPr/>
      </dsp:nvSpPr>
      <dsp:spPr>
        <a:xfrm>
          <a:off x="2917832" y="2236236"/>
          <a:ext cx="2384584" cy="1514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667B9-BE44-4A57-BAF5-584D7F49DDAA}">
      <dsp:nvSpPr>
        <dsp:cNvPr id="0" name=""/>
        <dsp:cNvSpPr/>
      </dsp:nvSpPr>
      <dsp:spPr>
        <a:xfrm>
          <a:off x="3182785" y="2487942"/>
          <a:ext cx="2384584" cy="151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RTRIM() – remove todos os espaços em branco a </a:t>
          </a:r>
          <a:r>
            <a:rPr lang="pt-BR" sz="1800" b="1" i="0" kern="1200" dirty="0"/>
            <a:t>direita</a:t>
          </a:r>
          <a:r>
            <a:rPr lang="pt-BR" sz="1800" b="0" i="0" kern="1200" dirty="0"/>
            <a:t> de uma </a:t>
          </a:r>
          <a:r>
            <a:rPr lang="pt-BR" sz="1800" b="0" i="0" kern="1200" dirty="0" err="1"/>
            <a:t>string</a:t>
          </a:r>
          <a:r>
            <a:rPr lang="pt-BR" sz="1800" b="0" i="0" kern="1200" dirty="0"/>
            <a:t>.</a:t>
          </a:r>
          <a:endParaRPr lang="en-US" sz="1800" kern="1200" dirty="0"/>
        </a:p>
      </dsp:txBody>
      <dsp:txXfrm>
        <a:off x="3227135" y="2532292"/>
        <a:ext cx="2295884" cy="1425511"/>
      </dsp:txXfrm>
    </dsp:sp>
    <dsp:sp modelId="{1321FA11-34BD-4624-8682-CBC7348713C0}">
      <dsp:nvSpPr>
        <dsp:cNvPr id="0" name=""/>
        <dsp:cNvSpPr/>
      </dsp:nvSpPr>
      <dsp:spPr>
        <a:xfrm>
          <a:off x="5832324" y="2236236"/>
          <a:ext cx="2384584" cy="1514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002E4-4C60-4FD7-BB6B-DAAD77C90E50}">
      <dsp:nvSpPr>
        <dsp:cNvPr id="0" name=""/>
        <dsp:cNvSpPr/>
      </dsp:nvSpPr>
      <dsp:spPr>
        <a:xfrm>
          <a:off x="6097278" y="2487942"/>
          <a:ext cx="2384584" cy="151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TRIM() – remove </a:t>
          </a:r>
          <a:r>
            <a:rPr lang="pt-BR" sz="1800" b="1" i="0" kern="1200" dirty="0"/>
            <a:t>todos </a:t>
          </a:r>
          <a:r>
            <a:rPr lang="pt-BR" sz="1800" b="0" i="0" kern="1200" dirty="0"/>
            <a:t>os espaços em branco das extremidades de uma </a:t>
          </a:r>
          <a:r>
            <a:rPr lang="pt-BR" sz="1800" b="0" i="0" kern="1200" dirty="0" err="1"/>
            <a:t>string</a:t>
          </a:r>
          <a:r>
            <a:rPr lang="pt-BR" sz="1800" b="0" i="0" kern="1200" dirty="0"/>
            <a:t>.</a:t>
          </a:r>
          <a:endParaRPr lang="en-US" sz="1800" kern="1200" dirty="0"/>
        </a:p>
      </dsp:txBody>
      <dsp:txXfrm>
        <a:off x="6141628" y="2532292"/>
        <a:ext cx="2295884" cy="1425511"/>
      </dsp:txXfrm>
    </dsp:sp>
    <dsp:sp modelId="{822986D3-C85F-4F1F-9F8D-77126C4DEE56}">
      <dsp:nvSpPr>
        <dsp:cNvPr id="0" name=""/>
        <dsp:cNvSpPr/>
      </dsp:nvSpPr>
      <dsp:spPr>
        <a:xfrm>
          <a:off x="8746816" y="2236236"/>
          <a:ext cx="2384584" cy="1514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9A798-FE4D-4E83-B2A0-C064E6B08288}">
      <dsp:nvSpPr>
        <dsp:cNvPr id="0" name=""/>
        <dsp:cNvSpPr/>
      </dsp:nvSpPr>
      <dsp:spPr>
        <a:xfrm>
          <a:off x="9011770" y="2487942"/>
          <a:ext cx="2384584" cy="151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REPLACE() – usada para substituir um conteúdo em uma coluna por outro</a:t>
          </a:r>
          <a:endParaRPr lang="en-US" sz="1800" kern="1200" dirty="0"/>
        </a:p>
      </dsp:txBody>
      <dsp:txXfrm>
        <a:off x="9056120" y="2532292"/>
        <a:ext cx="2295884" cy="14255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4A2FA-C429-4020-9F2E-CFD24FC52BB4}">
      <dsp:nvSpPr>
        <dsp:cNvPr id="0" name=""/>
        <dsp:cNvSpPr/>
      </dsp:nvSpPr>
      <dsp:spPr>
        <a:xfrm>
          <a:off x="5565561" y="1536265"/>
          <a:ext cx="2954291" cy="702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9065"/>
              </a:lnTo>
              <a:lnTo>
                <a:pt x="2954291" y="479065"/>
              </a:lnTo>
              <a:lnTo>
                <a:pt x="2954291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E4C87C-E197-4D70-9ECD-19E696D194FD}">
      <dsp:nvSpPr>
        <dsp:cNvPr id="0" name=""/>
        <dsp:cNvSpPr/>
      </dsp:nvSpPr>
      <dsp:spPr>
        <a:xfrm>
          <a:off x="5519841" y="1536265"/>
          <a:ext cx="91440" cy="702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4791F-3268-44A8-AD24-5594458FC136}">
      <dsp:nvSpPr>
        <dsp:cNvPr id="0" name=""/>
        <dsp:cNvSpPr/>
      </dsp:nvSpPr>
      <dsp:spPr>
        <a:xfrm>
          <a:off x="2611270" y="1536265"/>
          <a:ext cx="2954291" cy="702986"/>
        </a:xfrm>
        <a:custGeom>
          <a:avLst/>
          <a:gdLst/>
          <a:ahLst/>
          <a:cxnLst/>
          <a:rect l="0" t="0" r="0" b="0"/>
          <a:pathLst>
            <a:path>
              <a:moveTo>
                <a:pt x="2954291" y="0"/>
              </a:moveTo>
              <a:lnTo>
                <a:pt x="2954291" y="479065"/>
              </a:lnTo>
              <a:lnTo>
                <a:pt x="0" y="479065"/>
              </a:lnTo>
              <a:lnTo>
                <a:pt x="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5BEE2-CD84-47F9-9841-8FE274A2D368}">
      <dsp:nvSpPr>
        <dsp:cNvPr id="0" name=""/>
        <dsp:cNvSpPr/>
      </dsp:nvSpPr>
      <dsp:spPr>
        <a:xfrm>
          <a:off x="3743322" y="1377"/>
          <a:ext cx="364447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A207-5645-48BA-B227-32A2AC7BB246}">
      <dsp:nvSpPr>
        <dsp:cNvPr id="0" name=""/>
        <dsp:cNvSpPr/>
      </dsp:nvSpPr>
      <dsp:spPr>
        <a:xfrm>
          <a:off x="4011894" y="256520"/>
          <a:ext cx="364447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Diferença entre </a:t>
          </a:r>
          <a:r>
            <a:rPr lang="pt-BR" sz="1600" b="0" i="1" kern="1200" dirty="0"/>
            <a:t>ISNULL()</a:t>
          </a:r>
          <a:r>
            <a:rPr lang="pt-BR" sz="1600" b="0" i="0" kern="1200" dirty="0"/>
            <a:t> e </a:t>
          </a:r>
          <a:r>
            <a:rPr lang="pt-BR" sz="1600" b="0" i="1" kern="1200" dirty="0"/>
            <a:t>IS NULL</a:t>
          </a:r>
          <a:endParaRPr lang="en-US" sz="1600" kern="1200" dirty="0"/>
        </a:p>
      </dsp:txBody>
      <dsp:txXfrm>
        <a:off x="4056849" y="301475"/>
        <a:ext cx="3554567" cy="1444978"/>
      </dsp:txXfrm>
    </dsp:sp>
    <dsp:sp modelId="{38FA4EAB-4DAE-47D5-ADD5-BACD1989B959}">
      <dsp:nvSpPr>
        <dsp:cNvPr id="0" name=""/>
        <dsp:cNvSpPr/>
      </dsp:nvSpPr>
      <dsp:spPr>
        <a:xfrm>
          <a:off x="1402696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0545C-4E6D-4C97-901C-BC3132E2C2F3}">
      <dsp:nvSpPr>
        <dsp:cNvPr id="0" name=""/>
        <dsp:cNvSpPr/>
      </dsp:nvSpPr>
      <dsp:spPr>
        <a:xfrm>
          <a:off x="1671268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1" kern="1200" dirty="0"/>
            <a:t>ISNULL()</a:t>
          </a:r>
          <a:r>
            <a:rPr lang="pt-BR" sz="1600" b="0" i="0" kern="1200" dirty="0"/>
            <a:t> é uma função do </a:t>
          </a:r>
          <a:r>
            <a:rPr lang="pt-BR" sz="1600" b="0" i="1" kern="1200" dirty="0"/>
            <a:t>Microsoft SQL Server </a:t>
          </a:r>
          <a:r>
            <a:rPr lang="pt-BR" sz="1600" b="0" i="0" kern="1200" dirty="0"/>
            <a:t>que efetua a troca do valor </a:t>
          </a:r>
          <a:r>
            <a:rPr lang="pt-BR" sz="1600" b="0" i="1" kern="1200" dirty="0"/>
            <a:t>NULL </a:t>
          </a:r>
          <a:r>
            <a:rPr lang="pt-BR" sz="1600" b="0" i="0" kern="1200" dirty="0"/>
            <a:t>pelo caractere especificado no comando;</a:t>
          </a:r>
          <a:endParaRPr lang="en-US" sz="1600" kern="1200" dirty="0"/>
        </a:p>
      </dsp:txBody>
      <dsp:txXfrm>
        <a:off x="1716223" y="2539351"/>
        <a:ext cx="2327237" cy="1444978"/>
      </dsp:txXfrm>
    </dsp:sp>
    <dsp:sp modelId="{419F3D84-529E-4CE8-B768-6FADE32957A3}">
      <dsp:nvSpPr>
        <dsp:cNvPr id="0" name=""/>
        <dsp:cNvSpPr/>
      </dsp:nvSpPr>
      <dsp:spPr>
        <a:xfrm>
          <a:off x="4356987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6086C-D923-451A-B01F-E6A09D399FF3}">
      <dsp:nvSpPr>
        <dsp:cNvPr id="0" name=""/>
        <dsp:cNvSpPr/>
      </dsp:nvSpPr>
      <dsp:spPr>
        <a:xfrm>
          <a:off x="4625559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1" kern="1200" dirty="0"/>
            <a:t>IS NULL</a:t>
          </a:r>
          <a:r>
            <a:rPr lang="pt-BR" sz="1600" b="0" i="0" kern="1200" dirty="0"/>
            <a:t> é um operador do </a:t>
          </a:r>
          <a:r>
            <a:rPr lang="pt-BR" sz="1600" b="0" i="1" kern="1200" dirty="0"/>
            <a:t>Microsoft SQL Server </a:t>
          </a:r>
          <a:r>
            <a:rPr lang="pt-BR" sz="1600" b="0" i="0" kern="1200" dirty="0"/>
            <a:t>que retorna verdadeiro algum registro satisfaça a condição descrita;</a:t>
          </a:r>
          <a:endParaRPr lang="en-US" sz="1600" kern="1200" dirty="0"/>
        </a:p>
      </dsp:txBody>
      <dsp:txXfrm>
        <a:off x="4670514" y="2539351"/>
        <a:ext cx="2327237" cy="1444978"/>
      </dsp:txXfrm>
    </dsp:sp>
    <dsp:sp modelId="{E01AF4EC-9FF2-4C94-978D-7359816AE68E}">
      <dsp:nvSpPr>
        <dsp:cNvPr id="0" name=""/>
        <dsp:cNvSpPr/>
      </dsp:nvSpPr>
      <dsp:spPr>
        <a:xfrm>
          <a:off x="7311278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C4798-C305-4618-95B4-2F621435B28D}">
      <dsp:nvSpPr>
        <dsp:cNvPr id="0" name=""/>
        <dsp:cNvSpPr/>
      </dsp:nvSpPr>
      <dsp:spPr>
        <a:xfrm>
          <a:off x="7579850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Não use</a:t>
          </a:r>
          <a:r>
            <a:rPr lang="pt-BR" sz="1600" b="0" i="1" kern="1200" dirty="0"/>
            <a:t> ISNULL()</a:t>
          </a:r>
          <a:r>
            <a:rPr lang="pt-BR" sz="1600" b="0" i="0" kern="1200" dirty="0"/>
            <a:t> para localizar valores </a:t>
          </a:r>
          <a:r>
            <a:rPr lang="pt-BR" sz="1600" b="0" i="1" kern="1200" dirty="0"/>
            <a:t>NULL, </a:t>
          </a:r>
          <a:r>
            <a:rPr lang="pt-BR" sz="1600" b="0" i="0" kern="1200" dirty="0"/>
            <a:t>para localizar valores </a:t>
          </a:r>
          <a:r>
            <a:rPr lang="pt-BR" sz="1600" b="0" i="1" kern="1200" dirty="0"/>
            <a:t>NULL </a:t>
          </a:r>
          <a:r>
            <a:rPr lang="pt-BR" sz="1600" b="0" i="0" kern="1200" dirty="0"/>
            <a:t>deve-se usar o operador </a:t>
          </a:r>
          <a:r>
            <a:rPr lang="pt-BR" sz="1600" b="0" i="1" kern="1200" dirty="0"/>
            <a:t>IS NULL</a:t>
          </a:r>
          <a:r>
            <a:rPr lang="pt-BR" sz="1600" b="0" i="0" kern="1200" dirty="0"/>
            <a:t>.</a:t>
          </a:r>
          <a:endParaRPr lang="en-US" sz="1600" kern="1200" dirty="0"/>
        </a:p>
      </dsp:txBody>
      <dsp:txXfrm>
        <a:off x="7624805" y="2539351"/>
        <a:ext cx="2327237" cy="14449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4791F-3268-44A8-AD24-5594458FC136}">
      <dsp:nvSpPr>
        <dsp:cNvPr id="0" name=""/>
        <dsp:cNvSpPr/>
      </dsp:nvSpPr>
      <dsp:spPr>
        <a:xfrm>
          <a:off x="5519841" y="1536265"/>
          <a:ext cx="91440" cy="702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029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5BEE2-CD84-47F9-9841-8FE274A2D368}">
      <dsp:nvSpPr>
        <dsp:cNvPr id="0" name=""/>
        <dsp:cNvSpPr/>
      </dsp:nvSpPr>
      <dsp:spPr>
        <a:xfrm>
          <a:off x="4356987" y="1377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CA207-5645-48BA-B227-32A2AC7BB246}">
      <dsp:nvSpPr>
        <dsp:cNvPr id="0" name=""/>
        <dsp:cNvSpPr/>
      </dsp:nvSpPr>
      <dsp:spPr>
        <a:xfrm>
          <a:off x="4625559" y="256520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Podemos dizer que:</a:t>
          </a:r>
          <a:endParaRPr lang="en-US" sz="1900" kern="1200" dirty="0"/>
        </a:p>
      </dsp:txBody>
      <dsp:txXfrm>
        <a:off x="4670514" y="301475"/>
        <a:ext cx="2327237" cy="1444978"/>
      </dsp:txXfrm>
    </dsp:sp>
    <dsp:sp modelId="{38FA4EAB-4DAE-47D5-ADD5-BACD1989B959}">
      <dsp:nvSpPr>
        <dsp:cNvPr id="0" name=""/>
        <dsp:cNvSpPr/>
      </dsp:nvSpPr>
      <dsp:spPr>
        <a:xfrm>
          <a:off x="4356987" y="2239252"/>
          <a:ext cx="2417147" cy="15348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0545C-4E6D-4C97-901C-BC3132E2C2F3}">
      <dsp:nvSpPr>
        <dsp:cNvPr id="0" name=""/>
        <dsp:cNvSpPr/>
      </dsp:nvSpPr>
      <dsp:spPr>
        <a:xfrm>
          <a:off x="4625559" y="2494396"/>
          <a:ext cx="2417147" cy="15348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dirty="0"/>
            <a:t>NULLIF() – retornará a primeira </a:t>
          </a:r>
          <a:r>
            <a:rPr lang="pt-BR" sz="1900" b="0" i="1" kern="1200" dirty="0" err="1"/>
            <a:t>expression</a:t>
          </a:r>
          <a:r>
            <a:rPr lang="pt-BR" sz="1900" b="0" i="0" kern="1200" dirty="0"/>
            <a:t> se as duas expressões não forem iguais. </a:t>
          </a:r>
          <a:endParaRPr lang="en-US" sz="1900" kern="1200" dirty="0"/>
        </a:p>
      </dsp:txBody>
      <dsp:txXfrm>
        <a:off x="4670514" y="2539351"/>
        <a:ext cx="2327237" cy="1444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9</a:t>
            </a: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>
                <a:latin typeface="+mj-lt"/>
                <a:ea typeface="+mj-ea"/>
                <a:cs typeface="+mj-cs"/>
              </a:rPr>
              <a:t>FUNÇÕES DE STRING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180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932E9D-A238-4B0B-A5C6-DE18B28A5BBF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Para que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servem</a:t>
            </a:r>
            <a:r>
              <a:rPr lang="en-US" sz="4400" b="1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1965435"/>
            <a:ext cx="5541578" cy="4527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latin typeface="+mj-lt"/>
              </a:rPr>
              <a:t>São </a:t>
            </a:r>
            <a:r>
              <a:rPr lang="en-US" sz="4400" dirty="0" err="1">
                <a:latin typeface="+mj-lt"/>
              </a:rPr>
              <a:t>funções</a:t>
            </a:r>
            <a:r>
              <a:rPr lang="en-US" sz="4400" dirty="0">
                <a:latin typeface="+mj-lt"/>
              </a:rPr>
              <a:t> que </a:t>
            </a:r>
            <a:r>
              <a:rPr lang="en-US" sz="4400" dirty="0" err="1">
                <a:latin typeface="+mj-lt"/>
              </a:rPr>
              <a:t>nos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auxiliam</a:t>
            </a:r>
            <a:r>
              <a:rPr lang="en-US" sz="4400" dirty="0">
                <a:latin typeface="+mj-lt"/>
              </a:rPr>
              <a:t> manipular </a:t>
            </a:r>
            <a:r>
              <a:rPr lang="en-US" sz="4400" dirty="0" err="1">
                <a:latin typeface="+mj-lt"/>
              </a:rPr>
              <a:t>informações</a:t>
            </a:r>
            <a:r>
              <a:rPr lang="en-US" sz="4400" dirty="0">
                <a:latin typeface="+mj-lt"/>
              </a:rPr>
              <a:t> do </a:t>
            </a:r>
            <a:r>
              <a:rPr lang="en-US" sz="4400" dirty="0" err="1">
                <a:latin typeface="+mj-lt"/>
              </a:rPr>
              <a:t>tipo</a:t>
            </a:r>
            <a:r>
              <a:rPr lang="en-US" sz="4400" dirty="0">
                <a:latin typeface="+mj-lt"/>
              </a:rPr>
              <a:t> String.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4400" dirty="0">
              <a:latin typeface="+mj-lt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 err="1">
                <a:latin typeface="+mj-lt"/>
              </a:rPr>
              <a:t>Existem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muitas</a:t>
            </a:r>
            <a:r>
              <a:rPr lang="en-US" sz="4400" dirty="0">
                <a:latin typeface="+mj-lt"/>
              </a:rPr>
              <a:t>, </a:t>
            </a:r>
            <a:r>
              <a:rPr lang="en-US" sz="4400" dirty="0" err="1">
                <a:latin typeface="+mj-lt"/>
              </a:rPr>
              <a:t>vamos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abordar</a:t>
            </a:r>
            <a:r>
              <a:rPr lang="en-US" sz="4400" dirty="0">
                <a:latin typeface="+mj-lt"/>
              </a:rPr>
              <a:t> as </a:t>
            </a:r>
            <a:r>
              <a:rPr lang="en-US" sz="4400" dirty="0" err="1">
                <a:latin typeface="+mj-lt"/>
              </a:rPr>
              <a:t>mais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usadas</a:t>
            </a:r>
            <a:r>
              <a:rPr lang="en-US" sz="4400" dirty="0">
                <a:latin typeface="+mj-lt"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Analise a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palavra</a:t>
            </a:r>
            <a:r>
              <a:rPr lang="en-US" sz="4400" b="1" dirty="0">
                <a:latin typeface="+mj-lt"/>
                <a:ea typeface="+mj-ea"/>
                <a:cs typeface="+mj-cs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5965794" y="2990244"/>
            <a:ext cx="5388004" cy="64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+mj-lt"/>
              </a:rPr>
              <a:t>FLUMINENSE</a:t>
            </a:r>
            <a:endParaRPr lang="en-US" sz="7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430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6C0BA4-DF23-476F-816F-85FE4952F553}"/>
              </a:ext>
            </a:extLst>
          </p:cNvPr>
          <p:cNvSpPr txBox="1"/>
          <p:nvPr/>
        </p:nvSpPr>
        <p:spPr>
          <a:xfrm>
            <a:off x="6234673" y="1700858"/>
            <a:ext cx="56702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Quantas letras?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Quais são as três primeiras letras?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Quais são as cinco últimas letras?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Como que coloco essa palavra toda minúscula?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Se ela estivesse escrita em caixa baixa, como que colocaríamos ela em maiúsculo?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+mj-lt"/>
              </a:rPr>
              <a:t>Como que faço pra substituir uma letra?</a:t>
            </a:r>
          </a:p>
          <a:p>
            <a:endParaRPr lang="pt-BR" sz="2400" b="1" dirty="0">
              <a:latin typeface="+mj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234674" y="284085"/>
            <a:ext cx="30663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latin typeface="+mj-lt"/>
              </a:rPr>
              <a:t>Perguntas:</a:t>
            </a:r>
          </a:p>
        </p:txBody>
      </p:sp>
      <p:pic>
        <p:nvPicPr>
          <p:cNvPr id="1026" name="Picture 2" descr="16 ideias de Show dá luna | show da luna, aniversário show da luna, luna">
            <a:extLst>
              <a:ext uri="{FF2B5EF4-FFF2-40B4-BE49-F238E27FC236}">
                <a16:creationId xmlns:a16="http://schemas.microsoft.com/office/drawing/2014/main" id="{B97D74C3-F4F8-4D98-B87D-F39F97A6D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66" y="1207415"/>
            <a:ext cx="452437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0 MANEIRAS DE PERGUNTAR AOS FILHOS “COMO FOI SEU DIA HOJE?” E TER UMA  RESPOSTA – Terapia de Criança">
            <a:extLst>
              <a:ext uri="{FF2B5EF4-FFF2-40B4-BE49-F238E27FC236}">
                <a16:creationId xmlns:a16="http://schemas.microsoft.com/office/drawing/2014/main" id="{54CBE224-84CC-46AB-8A5B-FE8E342C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5157142"/>
            <a:ext cx="3109913" cy="151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83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3516432" y="174845"/>
            <a:ext cx="5498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Precisamos sair dessa sinuca!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E970A4-8ECA-42EF-9014-681D75E7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101" y="996011"/>
            <a:ext cx="3022935" cy="18240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A8F1ABE-8706-4582-8899-F2954568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53" y="2078230"/>
            <a:ext cx="1996965" cy="11042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059010E-4561-44C5-B6FE-DF99D1DDC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373" y="2109483"/>
            <a:ext cx="2671527" cy="106758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D1A38A-53D7-4C9E-99DC-C0AB42017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764" y="5617164"/>
            <a:ext cx="2590544" cy="106758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2BE50BF-6C5D-4443-94D2-E345726947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561" y="4373383"/>
            <a:ext cx="2795925" cy="10668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7A65F23-DD17-4A7C-BCD0-D5BA10BF4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6476" y="5616355"/>
            <a:ext cx="2790092" cy="10668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E5775BC-D65A-4351-8E23-0A6B9879D9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373" y="4393214"/>
            <a:ext cx="2826210" cy="1067590"/>
          </a:xfrm>
          <a:prstGeom prst="rect">
            <a:avLst/>
          </a:prstGeom>
        </p:spPr>
      </p:pic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DBD0C33D-8775-40AC-9127-A30E62BE52CC}"/>
              </a:ext>
            </a:extLst>
          </p:cNvPr>
          <p:cNvCxnSpPr>
            <a:stCxn id="3" idx="1"/>
            <a:endCxn id="7" idx="3"/>
          </p:cNvCxnSpPr>
          <p:nvPr/>
        </p:nvCxnSpPr>
        <p:spPr>
          <a:xfrm rot="10800000" flipV="1">
            <a:off x="2489219" y="1908029"/>
            <a:ext cx="2115883" cy="722333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AE578A01-6E7A-4EED-8955-72375D2CEFDB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7628036" y="1908030"/>
            <a:ext cx="1387337" cy="735248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EA971056-9384-41A1-BB7A-30DF0BE3A99E}"/>
              </a:ext>
            </a:extLst>
          </p:cNvPr>
          <p:cNvCxnSpPr>
            <a:stCxn id="3" idx="2"/>
            <a:endCxn id="13" idx="0"/>
          </p:cNvCxnSpPr>
          <p:nvPr/>
        </p:nvCxnSpPr>
        <p:spPr>
          <a:xfrm rot="5400000">
            <a:off x="3178880" y="1435693"/>
            <a:ext cx="1553335" cy="4322045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4E95FEFC-2F50-4611-A250-6E57E31F92A5}"/>
              </a:ext>
            </a:extLst>
          </p:cNvPr>
          <p:cNvCxnSpPr>
            <a:stCxn id="3" idx="2"/>
            <a:endCxn id="17" idx="0"/>
          </p:cNvCxnSpPr>
          <p:nvPr/>
        </p:nvCxnSpPr>
        <p:spPr>
          <a:xfrm rot="16200000" flipH="1">
            <a:off x="7485940" y="1450676"/>
            <a:ext cx="1573166" cy="4311909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4B5CE041-B1E3-4628-B487-9BDAC535DA83}"/>
              </a:ext>
            </a:extLst>
          </p:cNvPr>
          <p:cNvCxnSpPr>
            <a:stCxn id="3" idx="2"/>
            <a:endCxn id="15" idx="0"/>
          </p:cNvCxnSpPr>
          <p:nvPr/>
        </p:nvCxnSpPr>
        <p:spPr>
          <a:xfrm rot="5400000">
            <a:off x="4020893" y="3520678"/>
            <a:ext cx="2796307" cy="1395047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B194F27B-52C8-4E15-8BA8-F83F3301D944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16200000" flipH="1">
            <a:off x="5473744" y="3462872"/>
            <a:ext cx="2797116" cy="1511467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ângulo 46">
            <a:extLst>
              <a:ext uri="{FF2B5EF4-FFF2-40B4-BE49-F238E27FC236}">
                <a16:creationId xmlns:a16="http://schemas.microsoft.com/office/drawing/2014/main" id="{C2773FD2-9A9A-41D0-9091-0E5A53CBA6BF}"/>
              </a:ext>
            </a:extLst>
          </p:cNvPr>
          <p:cNvSpPr/>
          <p:nvPr/>
        </p:nvSpPr>
        <p:spPr>
          <a:xfrm>
            <a:off x="972481" y="2381117"/>
            <a:ext cx="665819" cy="154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535D473D-EF53-4130-AF4D-409E363F1126}"/>
              </a:ext>
            </a:extLst>
          </p:cNvPr>
          <p:cNvSpPr/>
          <p:nvPr/>
        </p:nvSpPr>
        <p:spPr>
          <a:xfrm>
            <a:off x="924390" y="4649148"/>
            <a:ext cx="704385" cy="1705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C706B258-BD9B-48B6-8C7A-9C74A5E5BE50}"/>
              </a:ext>
            </a:extLst>
          </p:cNvPr>
          <p:cNvSpPr/>
          <p:nvPr/>
        </p:nvSpPr>
        <p:spPr>
          <a:xfrm>
            <a:off x="9518512" y="2393503"/>
            <a:ext cx="816113" cy="141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BB688982-7250-4ECC-8E79-BD022AD5BA2C}"/>
              </a:ext>
            </a:extLst>
          </p:cNvPr>
          <p:cNvSpPr/>
          <p:nvPr/>
        </p:nvSpPr>
        <p:spPr>
          <a:xfrm>
            <a:off x="9404212" y="4688767"/>
            <a:ext cx="1433860" cy="130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8114EC87-A603-4EEE-9586-9892F5800B0C}"/>
              </a:ext>
            </a:extLst>
          </p:cNvPr>
          <p:cNvSpPr/>
          <p:nvPr/>
        </p:nvSpPr>
        <p:spPr>
          <a:xfrm>
            <a:off x="6789910" y="5897888"/>
            <a:ext cx="890314" cy="16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D90506D6-0CE7-4E0D-8E17-7ED60B544CDA}"/>
              </a:ext>
            </a:extLst>
          </p:cNvPr>
          <p:cNvSpPr/>
          <p:nvPr/>
        </p:nvSpPr>
        <p:spPr>
          <a:xfrm>
            <a:off x="3828694" y="5897888"/>
            <a:ext cx="735796" cy="16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O Paradoxo da Escolha. Quantas vezes você se deparou com uma… | by Caroline  Volodka | Medium">
            <a:extLst>
              <a:ext uri="{FF2B5EF4-FFF2-40B4-BE49-F238E27FC236}">
                <a16:creationId xmlns:a16="http://schemas.microsoft.com/office/drawing/2014/main" id="{2F5C0471-F13E-43BB-BF06-398FB6E7D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194" y="3072418"/>
            <a:ext cx="3698782" cy="2080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01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1CBDBDA-539C-45EB-BC8B-9B2522656B8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latin typeface="+mj-lt"/>
                <a:ea typeface="+mj-ea"/>
                <a:cs typeface="+mj-cs"/>
              </a:rPr>
              <a:t>FUNÇÕES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i="0" dirty="0">
                <a:effectLst/>
                <a:latin typeface="+mj-lt"/>
              </a:rPr>
              <a:t>LEFT() - RIGHT()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79596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803976" y="114897"/>
            <a:ext cx="5388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pt-BR" sz="3600" b="0" i="0" dirty="0">
                <a:effectLst/>
                <a:latin typeface="var(--ricos-custom-p-font-family,unset)"/>
              </a:rPr>
              <a:t>FUNÇÕES - LEFT() &amp; RIGHT()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F0C7B-F17B-460A-ADA7-A42E6C1AEE84}"/>
              </a:ext>
            </a:extLst>
          </p:cNvPr>
          <p:cNvSpPr txBox="1"/>
          <p:nvPr/>
        </p:nvSpPr>
        <p:spPr>
          <a:xfrm>
            <a:off x="6125594" y="3150663"/>
            <a:ext cx="5388004" cy="64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+mj-lt"/>
              </a:rPr>
              <a:t>FLUMINENSE</a:t>
            </a:r>
            <a:endParaRPr lang="en-US" sz="7200" i="1" dirty="0">
              <a:latin typeface="+mj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8BDD36-CE6E-4B0B-B3DB-29358E0E6636}"/>
              </a:ext>
            </a:extLst>
          </p:cNvPr>
          <p:cNvSpPr/>
          <p:nvPr/>
        </p:nvSpPr>
        <p:spPr>
          <a:xfrm>
            <a:off x="6178862" y="3245408"/>
            <a:ext cx="1473691" cy="8700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CD651C8-9F8A-4E34-A55F-07131663C541}"/>
              </a:ext>
            </a:extLst>
          </p:cNvPr>
          <p:cNvSpPr/>
          <p:nvPr/>
        </p:nvSpPr>
        <p:spPr>
          <a:xfrm>
            <a:off x="8573656" y="3245408"/>
            <a:ext cx="2634652" cy="8700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56F15-10AA-4BF1-8DF2-FDDA10B54797}"/>
              </a:ext>
            </a:extLst>
          </p:cNvPr>
          <p:cNvSpPr txBox="1"/>
          <p:nvPr/>
        </p:nvSpPr>
        <p:spPr>
          <a:xfrm>
            <a:off x="6016472" y="5037101"/>
            <a:ext cx="4768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LEFT() </a:t>
            </a:r>
          </a:p>
          <a:p>
            <a:r>
              <a:rPr lang="pt-BR" b="1" i="0" dirty="0">
                <a:effectLst/>
                <a:latin typeface="+mj-lt"/>
              </a:rPr>
              <a:t>LEFT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, </a:t>
            </a:r>
            <a:r>
              <a:rPr lang="pt-BR" b="1" i="0" dirty="0" err="1">
                <a:effectLst/>
                <a:latin typeface="+mj-lt"/>
              </a:rPr>
              <a:t>integer_expression</a:t>
            </a:r>
            <a:r>
              <a:rPr lang="pt-BR" b="1" i="0" dirty="0">
                <a:effectLst/>
                <a:latin typeface="+mj-lt"/>
              </a:rPr>
              <a:t> ) </a:t>
            </a:r>
            <a:endParaRPr lang="pt-BR" b="1" dirty="0"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943B74-FD84-477C-9F4C-BF3F205577A4}"/>
              </a:ext>
            </a:extLst>
          </p:cNvPr>
          <p:cNvSpPr txBox="1"/>
          <p:nvPr/>
        </p:nvSpPr>
        <p:spPr>
          <a:xfrm>
            <a:off x="6254232" y="1682909"/>
            <a:ext cx="4917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b="1" i="0" dirty="0">
                <a:effectLst/>
                <a:latin typeface="+mj-lt"/>
              </a:rPr>
              <a:t>-- # Sintaxe da Função RIGHT() </a:t>
            </a:r>
          </a:p>
          <a:p>
            <a:pPr algn="r"/>
            <a:r>
              <a:rPr lang="pt-BR" b="1" i="0" dirty="0">
                <a:effectLst/>
                <a:latin typeface="+mj-lt"/>
              </a:rPr>
              <a:t>RIGHT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, </a:t>
            </a:r>
            <a:r>
              <a:rPr lang="pt-BR" b="1" i="0" dirty="0" err="1">
                <a:effectLst/>
                <a:latin typeface="+mj-lt"/>
              </a:rPr>
              <a:t>integer_expression</a:t>
            </a:r>
            <a:r>
              <a:rPr lang="pt-BR" b="1" i="0" dirty="0">
                <a:effectLst/>
                <a:latin typeface="+mj-lt"/>
              </a:rPr>
              <a:t> ) </a:t>
            </a:r>
            <a:endParaRPr lang="pt-BR" b="1" dirty="0">
              <a:latin typeface="+mj-lt"/>
            </a:endParaRP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77858EF0-55C1-4F22-9EB8-9809D62DC0B1}"/>
              </a:ext>
            </a:extLst>
          </p:cNvPr>
          <p:cNvCxnSpPr>
            <a:stCxn id="8" idx="3"/>
            <a:endCxn id="7" idx="3"/>
          </p:cNvCxnSpPr>
          <p:nvPr/>
        </p:nvCxnSpPr>
        <p:spPr>
          <a:xfrm>
            <a:off x="11171732" y="2006075"/>
            <a:ext cx="36576" cy="1674339"/>
          </a:xfrm>
          <a:prstGeom prst="bentConnector3">
            <a:avLst>
              <a:gd name="adj1" fmla="val 725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199FBD75-E155-4FFF-856C-0B390ED81F26}"/>
              </a:ext>
            </a:extLst>
          </p:cNvPr>
          <p:cNvCxnSpPr>
            <a:stCxn id="3" idx="1"/>
            <a:endCxn id="2" idx="1"/>
          </p:cNvCxnSpPr>
          <p:nvPr/>
        </p:nvCxnSpPr>
        <p:spPr>
          <a:xfrm rot="10800000" flipH="1">
            <a:off x="6016472" y="3680415"/>
            <a:ext cx="162390" cy="1679853"/>
          </a:xfrm>
          <a:prstGeom prst="bentConnector3">
            <a:avLst>
              <a:gd name="adj1" fmla="val -14077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07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CaixaDeTexto 1">
            <a:extLst>
              <a:ext uri="{FF2B5EF4-FFF2-40B4-BE49-F238E27FC236}">
                <a16:creationId xmlns:a16="http://schemas.microsoft.com/office/drawing/2014/main" id="{5176D657-D497-49BC-AA54-A7C6F1727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099189"/>
              </p:ext>
            </p:extLst>
          </p:nvPr>
        </p:nvGraphicFramePr>
        <p:xfrm>
          <a:off x="477980" y="1122363"/>
          <a:ext cx="11399695" cy="4030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6ECC1FF-976D-488A-8EFB-88039D80B738}"/>
              </a:ext>
            </a:extLst>
          </p:cNvPr>
          <p:cNvSpPr/>
          <p:nvPr/>
        </p:nvSpPr>
        <p:spPr>
          <a:xfrm>
            <a:off x="5467350" y="5503400"/>
            <a:ext cx="1695450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São funções opostas </a:t>
            </a: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40AA78C2-81B5-431C-857E-339527D3A6B1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67264" y="5346236"/>
            <a:ext cx="857250" cy="542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9A13350D-96BD-4534-BF22-0FDEB7779B1F}"/>
              </a:ext>
            </a:extLst>
          </p:cNvPr>
          <p:cNvCxnSpPr/>
          <p:nvPr/>
        </p:nvCxnSpPr>
        <p:spPr>
          <a:xfrm rot="5400000" flipH="1" flipV="1">
            <a:off x="6996111" y="5355762"/>
            <a:ext cx="857252" cy="523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3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30" name="Rectangle 2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D53D531-C2C3-4B5D-AE87-F42805399928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FUNÇÕES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i="0">
                <a:effectLst/>
                <a:latin typeface="+mj-lt"/>
                <a:ea typeface="+mj-ea"/>
                <a:cs typeface="+mj-cs"/>
              </a:rPr>
              <a:t>UPPER() - LOWER() - LEN()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77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E728E7-5589-4216-BCF7-DC74F9068726}"/>
              </a:ext>
            </a:extLst>
          </p:cNvPr>
          <p:cNvSpPr txBox="1"/>
          <p:nvPr/>
        </p:nvSpPr>
        <p:spPr>
          <a:xfrm>
            <a:off x="6670356" y="1624974"/>
            <a:ext cx="5040246" cy="943817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+mj-lt"/>
              </a:rPr>
              <a:t>FLUMINENSE</a:t>
            </a:r>
            <a:endParaRPr lang="en-US" sz="7200" i="1" dirty="0">
              <a:latin typeface="+mj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B08B86C-754A-4120-B362-FC00F61360B7}"/>
              </a:ext>
            </a:extLst>
          </p:cNvPr>
          <p:cNvSpPr txBox="1"/>
          <p:nvPr/>
        </p:nvSpPr>
        <p:spPr>
          <a:xfrm>
            <a:off x="5130800" y="6045200"/>
            <a:ext cx="3079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LOWER() </a:t>
            </a:r>
          </a:p>
          <a:p>
            <a:r>
              <a:rPr lang="pt-BR" b="1" i="0" dirty="0">
                <a:effectLst/>
                <a:latin typeface="+mj-lt"/>
              </a:rPr>
              <a:t>LOWER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</a:t>
            </a:r>
            <a:endParaRPr lang="pt-BR" b="1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F25EE8-9934-454B-BC70-410E00E3256C}"/>
              </a:ext>
            </a:extLst>
          </p:cNvPr>
          <p:cNvSpPr txBox="1"/>
          <p:nvPr/>
        </p:nvSpPr>
        <p:spPr>
          <a:xfrm>
            <a:off x="6938618" y="873650"/>
            <a:ext cx="3079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UPPER() </a:t>
            </a:r>
          </a:p>
          <a:p>
            <a:r>
              <a:rPr lang="pt-BR" b="1" i="0" dirty="0">
                <a:effectLst/>
                <a:latin typeface="+mj-lt"/>
              </a:rPr>
              <a:t>UPPER(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</a:t>
            </a:r>
            <a:endParaRPr lang="pt-BR" b="1" dirty="0"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A21C0D-2DB5-4A4F-ABEA-1158159AC9FD}"/>
              </a:ext>
            </a:extLst>
          </p:cNvPr>
          <p:cNvSpPr txBox="1"/>
          <p:nvPr/>
        </p:nvSpPr>
        <p:spPr>
          <a:xfrm>
            <a:off x="6670356" y="4902841"/>
            <a:ext cx="5040246" cy="943817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i="1" dirty="0" err="1">
                <a:latin typeface="+mj-lt"/>
              </a:rPr>
              <a:t>fluminense</a:t>
            </a:r>
            <a:endParaRPr lang="en-US" sz="7200" i="1" dirty="0">
              <a:latin typeface="+mj-lt"/>
            </a:endParaRP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6034BF22-2F5A-4709-AF47-26646C2E3393}"/>
              </a:ext>
            </a:extLst>
          </p:cNvPr>
          <p:cNvCxnSpPr>
            <a:stCxn id="2" idx="1"/>
            <a:endCxn id="8" idx="1"/>
          </p:cNvCxnSpPr>
          <p:nvPr/>
        </p:nvCxnSpPr>
        <p:spPr>
          <a:xfrm rot="10800000" flipH="1">
            <a:off x="5130800" y="5374750"/>
            <a:ext cx="1539556" cy="993616"/>
          </a:xfrm>
          <a:prstGeom prst="bentConnector3">
            <a:avLst>
              <a:gd name="adj1" fmla="val -1484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6A78AC5A-2BE7-4A8D-B45E-48E32A5DBED9}"/>
              </a:ext>
            </a:extLst>
          </p:cNvPr>
          <p:cNvCxnSpPr>
            <a:stCxn id="7" idx="1"/>
            <a:endCxn id="5" idx="1"/>
          </p:cNvCxnSpPr>
          <p:nvPr/>
        </p:nvCxnSpPr>
        <p:spPr>
          <a:xfrm rot="10800000" flipV="1">
            <a:off x="6670356" y="1196815"/>
            <a:ext cx="268262" cy="900067"/>
          </a:xfrm>
          <a:prstGeom prst="bentConnector3">
            <a:avLst>
              <a:gd name="adj1" fmla="val 185215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9B009FB-8D0F-440B-8B33-4AEEF8B69425}"/>
              </a:ext>
            </a:extLst>
          </p:cNvPr>
          <p:cNvSpPr txBox="1"/>
          <p:nvPr/>
        </p:nvSpPr>
        <p:spPr>
          <a:xfrm>
            <a:off x="5585618" y="3487115"/>
            <a:ext cx="5040246" cy="943817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+mj-lt"/>
              </a:rPr>
              <a:t>FLUMINENSE</a:t>
            </a:r>
            <a:endParaRPr lang="en-US" sz="7200" i="1" dirty="0">
              <a:latin typeface="+mj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AA0369F-54F5-489A-B69A-D46CEA19DF35}"/>
              </a:ext>
            </a:extLst>
          </p:cNvPr>
          <p:cNvSpPr txBox="1"/>
          <p:nvPr/>
        </p:nvSpPr>
        <p:spPr>
          <a:xfrm>
            <a:off x="6365556" y="2731774"/>
            <a:ext cx="275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LEN() </a:t>
            </a:r>
          </a:p>
          <a:p>
            <a:r>
              <a:rPr lang="pt-BR" b="1" i="0" dirty="0">
                <a:effectLst/>
                <a:latin typeface="+mj-lt"/>
              </a:rPr>
              <a:t>LEN(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</a:t>
            </a:r>
            <a:endParaRPr lang="pt-BR" b="1" dirty="0">
              <a:latin typeface="+mj-lt"/>
            </a:endParaRP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E0973689-1E37-45A6-A342-42E8949F8A39}"/>
              </a:ext>
            </a:extLst>
          </p:cNvPr>
          <p:cNvCxnSpPr>
            <a:cxnSpLocks/>
            <a:stCxn id="17" idx="1"/>
            <a:endCxn id="16" idx="1"/>
          </p:cNvCxnSpPr>
          <p:nvPr/>
        </p:nvCxnSpPr>
        <p:spPr>
          <a:xfrm rot="10800000" flipV="1">
            <a:off x="5585618" y="3054940"/>
            <a:ext cx="779938" cy="904084"/>
          </a:xfrm>
          <a:prstGeom prst="bentConnector3">
            <a:avLst>
              <a:gd name="adj1" fmla="val 12931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2964BE9-A69F-4380-999A-18AAB97F11B8}"/>
              </a:ext>
            </a:extLst>
          </p:cNvPr>
          <p:cNvSpPr txBox="1"/>
          <p:nvPr/>
        </p:nvSpPr>
        <p:spPr>
          <a:xfrm>
            <a:off x="11289505" y="3341217"/>
            <a:ext cx="87395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FF00"/>
                </a:solidFill>
                <a:latin typeface="+mj-lt"/>
              </a:rPr>
              <a:t>10</a:t>
            </a:r>
            <a:endParaRPr lang="pt-BR" b="1" dirty="0">
              <a:solidFill>
                <a:srgbClr val="FFFF00"/>
              </a:solidFill>
              <a:latin typeface="+mj-lt"/>
            </a:endParaRPr>
          </a:p>
          <a:p>
            <a:pPr algn="ctr"/>
            <a:r>
              <a:rPr lang="pt-BR" sz="2000" b="1" dirty="0">
                <a:solidFill>
                  <a:srgbClr val="FFFF00"/>
                </a:solidFill>
                <a:latin typeface="+mj-lt"/>
              </a:rPr>
              <a:t>Letras</a:t>
            </a: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876F50DA-1344-4995-866A-E43ED7A3EA56}"/>
              </a:ext>
            </a:extLst>
          </p:cNvPr>
          <p:cNvSpPr/>
          <p:nvPr/>
        </p:nvSpPr>
        <p:spPr>
          <a:xfrm>
            <a:off x="10749280" y="3739103"/>
            <a:ext cx="589280" cy="38490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6F7014-ED22-4394-BB44-1365E63C3047}"/>
              </a:ext>
            </a:extLst>
          </p:cNvPr>
          <p:cNvSpPr txBox="1"/>
          <p:nvPr/>
        </p:nvSpPr>
        <p:spPr>
          <a:xfrm>
            <a:off x="4834759" y="114897"/>
            <a:ext cx="735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pt-BR" sz="3600" b="0" i="0" dirty="0">
                <a:effectLst/>
                <a:latin typeface="var(--ricos-custom-p-font-family,unset)"/>
              </a:rPr>
              <a:t>FUNÇÕES - UPPER() -  LOWER() – LEN()</a:t>
            </a:r>
          </a:p>
        </p:txBody>
      </p:sp>
    </p:spTree>
    <p:extLst>
      <p:ext uri="{BB962C8B-B14F-4D97-AF65-F5344CB8AC3E}">
        <p14:creationId xmlns:p14="http://schemas.microsoft.com/office/powerpoint/2010/main" val="375373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7" grpId="0"/>
      <p:bldP spid="8" grpId="0" animBg="1"/>
      <p:bldP spid="16" grpId="0" animBg="1"/>
      <p:bldP spid="17" grpId="0"/>
      <p:bldP spid="29" grpId="0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aixaDeTexto 1">
            <a:extLst>
              <a:ext uri="{FF2B5EF4-FFF2-40B4-BE49-F238E27FC236}">
                <a16:creationId xmlns:a16="http://schemas.microsoft.com/office/drawing/2014/main" id="{50979257-E577-44AD-93FC-2187061E1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0930313"/>
              </p:ext>
            </p:extLst>
          </p:nvPr>
        </p:nvGraphicFramePr>
        <p:xfrm>
          <a:off x="477980" y="1122363"/>
          <a:ext cx="11399695" cy="4030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BDC2F83-15D0-400D-9306-931A24398F7A}"/>
              </a:ext>
            </a:extLst>
          </p:cNvPr>
          <p:cNvSpPr/>
          <p:nvPr/>
        </p:nvSpPr>
        <p:spPr>
          <a:xfrm>
            <a:off x="3876675" y="5467350"/>
            <a:ext cx="1695450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São funções opostas </a:t>
            </a:r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60D64C36-19DF-4860-A3D6-BF4238B466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76589" y="5310186"/>
            <a:ext cx="857250" cy="542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77B44CDA-A1F0-4C69-8737-22EC0F4D64DF}"/>
              </a:ext>
            </a:extLst>
          </p:cNvPr>
          <p:cNvCxnSpPr/>
          <p:nvPr/>
        </p:nvCxnSpPr>
        <p:spPr>
          <a:xfrm rot="5400000" flipH="1" flipV="1">
            <a:off x="5405436" y="5319712"/>
            <a:ext cx="857252" cy="523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73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latin typeface="+mj-lt"/>
                <a:ea typeface="+mj-ea"/>
                <a:cs typeface="+mj-cs"/>
              </a:rPr>
              <a:t>FUNÇÕES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i="0" dirty="0">
                <a:effectLst/>
                <a:latin typeface="+mj-lt"/>
              </a:rPr>
              <a:t>LTIM() - RTRIM() - TRIM() - REPLACE()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38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81F589-9EFC-4A8E-9E07-7AAF45E599D9}"/>
              </a:ext>
            </a:extLst>
          </p:cNvPr>
          <p:cNvSpPr txBox="1"/>
          <p:nvPr/>
        </p:nvSpPr>
        <p:spPr>
          <a:xfrm>
            <a:off x="5842001" y="3181142"/>
            <a:ext cx="6116549" cy="1014937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+mj-lt"/>
              </a:rPr>
              <a:t> SOU TRICOLOR </a:t>
            </a:r>
            <a:endParaRPr lang="en-US" sz="7200" i="1" dirty="0">
              <a:latin typeface="+mj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D9DEA9-76D9-4503-9F4A-F45BAF967D24}"/>
              </a:ext>
            </a:extLst>
          </p:cNvPr>
          <p:cNvSpPr/>
          <p:nvPr/>
        </p:nvSpPr>
        <p:spPr>
          <a:xfrm>
            <a:off x="5680965" y="3002810"/>
            <a:ext cx="525272" cy="137160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3425289-720E-4E7C-8577-EC9523E913CA}"/>
              </a:ext>
            </a:extLst>
          </p:cNvPr>
          <p:cNvSpPr/>
          <p:nvPr/>
        </p:nvSpPr>
        <p:spPr>
          <a:xfrm>
            <a:off x="11557230" y="3002810"/>
            <a:ext cx="477520" cy="137160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D13C0C-0A9D-4BD7-8E65-400D182B45EE}"/>
              </a:ext>
            </a:extLst>
          </p:cNvPr>
          <p:cNvSpPr txBox="1"/>
          <p:nvPr/>
        </p:nvSpPr>
        <p:spPr>
          <a:xfrm>
            <a:off x="5490051" y="5948908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LTRIM() </a:t>
            </a:r>
          </a:p>
          <a:p>
            <a:r>
              <a:rPr lang="pt-BR" b="1" i="0" dirty="0">
                <a:effectLst/>
                <a:latin typeface="+mj-lt"/>
              </a:rPr>
              <a:t>LTRIM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 </a:t>
            </a:r>
            <a:endParaRPr lang="pt-BR" b="1" dirty="0"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46D041-4ED2-465C-9126-39C1F2E90C1A}"/>
              </a:ext>
            </a:extLst>
          </p:cNvPr>
          <p:cNvSpPr txBox="1"/>
          <p:nvPr/>
        </p:nvSpPr>
        <p:spPr>
          <a:xfrm>
            <a:off x="9131290" y="5948907"/>
            <a:ext cx="3060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RTRIM() </a:t>
            </a:r>
          </a:p>
          <a:p>
            <a:r>
              <a:rPr lang="pt-BR" b="1" i="0" dirty="0">
                <a:effectLst/>
                <a:latin typeface="+mj-lt"/>
              </a:rPr>
              <a:t>RTRIM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 </a:t>
            </a:r>
            <a:endParaRPr lang="pt-BR" b="1" dirty="0">
              <a:latin typeface="+mj-lt"/>
            </a:endParaRP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48499254-0A3E-4485-9000-1F35DD6B8D47}"/>
              </a:ext>
            </a:extLst>
          </p:cNvPr>
          <p:cNvCxnSpPr>
            <a:stCxn id="8" idx="0"/>
            <a:endCxn id="7" idx="2"/>
          </p:cNvCxnSpPr>
          <p:nvPr/>
        </p:nvCxnSpPr>
        <p:spPr>
          <a:xfrm rot="5400000" flipH="1" flipV="1">
            <a:off x="10441569" y="4594487"/>
            <a:ext cx="1574497" cy="1134345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4ACF119A-2048-4197-B9BA-6B8F04C96CFA}"/>
              </a:ext>
            </a:extLst>
          </p:cNvPr>
          <p:cNvCxnSpPr>
            <a:stCxn id="3" idx="0"/>
            <a:endCxn id="2" idx="2"/>
          </p:cNvCxnSpPr>
          <p:nvPr/>
        </p:nvCxnSpPr>
        <p:spPr>
          <a:xfrm rot="16200000" flipV="1">
            <a:off x="5684672" y="4633339"/>
            <a:ext cx="1574498" cy="1056640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007C0E-7C90-44CD-A265-3ED626B9B2B5}"/>
              </a:ext>
            </a:extLst>
          </p:cNvPr>
          <p:cNvSpPr txBox="1"/>
          <p:nvPr/>
        </p:nvSpPr>
        <p:spPr>
          <a:xfrm>
            <a:off x="7207091" y="1794368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0" dirty="0">
                <a:effectLst/>
                <a:latin typeface="+mj-lt"/>
              </a:rPr>
              <a:t>-- # Sintaxe da Função TRIM() </a:t>
            </a:r>
          </a:p>
          <a:p>
            <a:r>
              <a:rPr lang="pt-BR" b="1" i="0" dirty="0">
                <a:effectLst/>
                <a:latin typeface="+mj-lt"/>
              </a:rPr>
              <a:t>TRIM ( </a:t>
            </a:r>
            <a:r>
              <a:rPr lang="pt-BR" b="1" i="0" dirty="0" err="1">
                <a:effectLst/>
                <a:latin typeface="+mj-lt"/>
              </a:rPr>
              <a:t>character_expression</a:t>
            </a:r>
            <a:r>
              <a:rPr lang="pt-BR" b="1" i="0" dirty="0">
                <a:effectLst/>
                <a:latin typeface="+mj-lt"/>
              </a:rPr>
              <a:t> ) </a:t>
            </a:r>
            <a:endParaRPr lang="pt-BR" b="1" dirty="0">
              <a:latin typeface="+mj-lt"/>
            </a:endParaRP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9DEC69C5-5898-431A-A8B1-F88721EC1571}"/>
              </a:ext>
            </a:extLst>
          </p:cNvPr>
          <p:cNvCxnSpPr>
            <a:stCxn id="15" idx="1"/>
            <a:endCxn id="2" idx="0"/>
          </p:cNvCxnSpPr>
          <p:nvPr/>
        </p:nvCxnSpPr>
        <p:spPr>
          <a:xfrm rot="10800000" flipV="1">
            <a:off x="5943601" y="2117534"/>
            <a:ext cx="1263490" cy="88527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96480E71-9E07-4B80-A250-904CE31C0B4E}"/>
              </a:ext>
            </a:extLst>
          </p:cNvPr>
          <p:cNvCxnSpPr>
            <a:stCxn id="15" idx="3"/>
            <a:endCxn id="7" idx="0"/>
          </p:cNvCxnSpPr>
          <p:nvPr/>
        </p:nvCxnSpPr>
        <p:spPr>
          <a:xfrm>
            <a:off x="10227470" y="2117534"/>
            <a:ext cx="1568520" cy="88527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1B54D9A-806F-4218-A1F8-B5B1880907E8}"/>
              </a:ext>
            </a:extLst>
          </p:cNvPr>
          <p:cNvSpPr txBox="1"/>
          <p:nvPr/>
        </p:nvSpPr>
        <p:spPr>
          <a:xfrm>
            <a:off x="6186479" y="4374408"/>
            <a:ext cx="535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i="0" dirty="0">
                <a:effectLst/>
                <a:latin typeface="+mj-lt"/>
              </a:rPr>
              <a:t>-- # Sintaxe da Função REPLACE() </a:t>
            </a:r>
          </a:p>
          <a:p>
            <a:pPr algn="ctr"/>
            <a:r>
              <a:rPr lang="pt-BR" sz="1600" b="1" i="0" dirty="0">
                <a:effectLst/>
                <a:latin typeface="+mj-lt"/>
              </a:rPr>
              <a:t>REPLACE(</a:t>
            </a:r>
            <a:r>
              <a:rPr lang="pt-BR" sz="1600" b="1" i="0" dirty="0" err="1">
                <a:effectLst/>
                <a:latin typeface="+mj-lt"/>
              </a:rPr>
              <a:t>string_expression</a:t>
            </a:r>
            <a:r>
              <a:rPr lang="pt-BR" sz="1600" b="1" i="0" dirty="0">
                <a:effectLst/>
                <a:latin typeface="+mj-lt"/>
              </a:rPr>
              <a:t> ,</a:t>
            </a:r>
            <a:r>
              <a:rPr lang="pt-BR" sz="1600" b="1" i="0" dirty="0" err="1">
                <a:effectLst/>
                <a:latin typeface="+mj-lt"/>
              </a:rPr>
              <a:t>string_pattern</a:t>
            </a:r>
            <a:r>
              <a:rPr lang="pt-BR" sz="1600" b="1" i="0" dirty="0">
                <a:effectLst/>
                <a:latin typeface="+mj-lt"/>
              </a:rPr>
              <a:t> ,</a:t>
            </a:r>
            <a:r>
              <a:rPr lang="pt-BR" sz="1600" b="1" i="0" dirty="0" err="1">
                <a:effectLst/>
                <a:latin typeface="+mj-lt"/>
              </a:rPr>
              <a:t>string_replacement</a:t>
            </a:r>
            <a:r>
              <a:rPr lang="pt-BR" sz="1600" b="1" i="0" dirty="0">
                <a:effectLst/>
                <a:latin typeface="+mj-lt"/>
              </a:rPr>
              <a:t>)</a:t>
            </a:r>
            <a:endParaRPr lang="pt-BR" sz="1600" b="1" dirty="0">
              <a:latin typeface="+mj-l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A06C38-B314-48E2-A71E-4424D5923026}"/>
              </a:ext>
            </a:extLst>
          </p:cNvPr>
          <p:cNvSpPr txBox="1"/>
          <p:nvPr/>
        </p:nvSpPr>
        <p:spPr>
          <a:xfrm>
            <a:off x="2990850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sz="3600" b="0" i="0" dirty="0">
                <a:effectLst/>
                <a:latin typeface="var(--ricos-custom-p-font-family,unset)"/>
              </a:rPr>
              <a:t>FUNÇÕES - LTIM() - RTRIM() - TRIM() - REPLACE()</a:t>
            </a:r>
          </a:p>
        </p:txBody>
      </p:sp>
    </p:spTree>
    <p:extLst>
      <p:ext uri="{BB962C8B-B14F-4D97-AF65-F5344CB8AC3E}">
        <p14:creationId xmlns:p14="http://schemas.microsoft.com/office/powerpoint/2010/main" val="131343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/>
      <p:bldP spid="8" grpId="0"/>
      <p:bldP spid="1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aixaDeTexto 1">
            <a:extLst>
              <a:ext uri="{FF2B5EF4-FFF2-40B4-BE49-F238E27FC236}">
                <a16:creationId xmlns:a16="http://schemas.microsoft.com/office/drawing/2014/main" id="{62E93942-BDCB-46D5-B4D3-7FFA528C8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613979"/>
              </p:ext>
            </p:extLst>
          </p:nvPr>
        </p:nvGraphicFramePr>
        <p:xfrm>
          <a:off x="477980" y="1122363"/>
          <a:ext cx="11399695" cy="4030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FA7F66F-2998-49C7-B12C-B05FDA17F723}"/>
              </a:ext>
            </a:extLst>
          </p:cNvPr>
          <p:cNvSpPr/>
          <p:nvPr/>
        </p:nvSpPr>
        <p:spPr>
          <a:xfrm>
            <a:off x="2435399" y="5503400"/>
            <a:ext cx="1695450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São funções opostas </a:t>
            </a:r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E6BAFA14-567A-4DFD-8631-F802BE7D250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35313" y="5346236"/>
            <a:ext cx="857250" cy="542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71D9065F-32BC-442D-BBBC-9E2FE27E7314}"/>
              </a:ext>
            </a:extLst>
          </p:cNvPr>
          <p:cNvCxnSpPr/>
          <p:nvPr/>
        </p:nvCxnSpPr>
        <p:spPr>
          <a:xfrm rot="5400000" flipH="1" flipV="1">
            <a:off x="3964160" y="5355762"/>
            <a:ext cx="857252" cy="523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62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latin typeface="+mj-lt"/>
                <a:ea typeface="+mj-ea"/>
                <a:cs typeface="+mj-cs"/>
              </a:rPr>
              <a:t>FUNÇÃO ISNULL()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08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ED23CC7-A8C7-40F3-9F5C-60D9431A6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14" y="2079218"/>
            <a:ext cx="6237025" cy="4169541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51A5F4F-8134-43FF-B93B-081156090D5E}"/>
              </a:ext>
            </a:extLst>
          </p:cNvPr>
          <p:cNvSpPr/>
          <p:nvPr/>
        </p:nvSpPr>
        <p:spPr>
          <a:xfrm rot="9757908">
            <a:off x="2303375" y="2329006"/>
            <a:ext cx="590428" cy="2574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2F9C50A5-1395-4008-ADF9-30D84AB0BDA3}"/>
              </a:ext>
            </a:extLst>
          </p:cNvPr>
          <p:cNvSpPr/>
          <p:nvPr/>
        </p:nvSpPr>
        <p:spPr>
          <a:xfrm rot="8535664">
            <a:off x="2935802" y="3220736"/>
            <a:ext cx="590428" cy="2574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0513D72D-0A81-40E6-87CA-DFA38BCC221D}"/>
              </a:ext>
            </a:extLst>
          </p:cNvPr>
          <p:cNvSpPr/>
          <p:nvPr/>
        </p:nvSpPr>
        <p:spPr>
          <a:xfrm rot="12330894">
            <a:off x="1523936" y="4848689"/>
            <a:ext cx="590428" cy="2574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7C45249C-9C61-4B52-BEFC-550AD91465D1}"/>
              </a:ext>
            </a:extLst>
          </p:cNvPr>
          <p:cNvSpPr/>
          <p:nvPr/>
        </p:nvSpPr>
        <p:spPr>
          <a:xfrm rot="8548310">
            <a:off x="5613487" y="5194117"/>
            <a:ext cx="590428" cy="2574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F4C8C50-CA1B-4FAE-B6DE-54CA19E400A5}"/>
              </a:ext>
            </a:extLst>
          </p:cNvPr>
          <p:cNvSpPr txBox="1"/>
          <p:nvPr/>
        </p:nvSpPr>
        <p:spPr>
          <a:xfrm>
            <a:off x="7075503" y="2227706"/>
            <a:ext cx="5009064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Como tratar a coluna que possui um valor “NULL”?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8F1CE1D-D8D8-432E-9795-8A0080C259D6}"/>
              </a:ext>
            </a:extLst>
          </p:cNvPr>
          <p:cNvSpPr/>
          <p:nvPr/>
        </p:nvSpPr>
        <p:spPr>
          <a:xfrm>
            <a:off x="4438835" y="5433134"/>
            <a:ext cx="1052664" cy="7368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1A2696C-CB04-47B2-97EB-4B644C29493D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4945501" y="2412372"/>
            <a:ext cx="2130002" cy="3020762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DD3546-065F-41D2-A1F9-EBC03B149F16}"/>
              </a:ext>
            </a:extLst>
          </p:cNvPr>
          <p:cNvSpPr txBox="1"/>
          <p:nvPr/>
        </p:nvSpPr>
        <p:spPr>
          <a:xfrm>
            <a:off x="7081151" y="4315623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effectLst/>
                <a:latin typeface="+mj-lt"/>
              </a:rPr>
              <a:t>-- # </a:t>
            </a:r>
            <a:r>
              <a:rPr lang="en-US" b="1" i="0" dirty="0" err="1">
                <a:effectLst/>
                <a:latin typeface="+mj-lt"/>
              </a:rPr>
              <a:t>Sintaxe</a:t>
            </a:r>
            <a:r>
              <a:rPr lang="en-US" b="1" i="0" dirty="0">
                <a:effectLst/>
                <a:latin typeface="+mj-lt"/>
              </a:rPr>
              <a:t> da </a:t>
            </a:r>
            <a:r>
              <a:rPr lang="en-US" b="1" i="0" dirty="0" err="1">
                <a:effectLst/>
                <a:latin typeface="+mj-lt"/>
              </a:rPr>
              <a:t>Função</a:t>
            </a:r>
            <a:r>
              <a:rPr lang="en-US" b="1" i="0" dirty="0">
                <a:effectLst/>
                <a:latin typeface="+mj-lt"/>
              </a:rPr>
              <a:t> ISNULL() </a:t>
            </a:r>
          </a:p>
          <a:p>
            <a:pPr algn="ctr"/>
            <a:r>
              <a:rPr lang="en-US" b="1" i="0" dirty="0">
                <a:effectLst/>
                <a:latin typeface="+mj-lt"/>
              </a:rPr>
              <a:t>ISNULL (</a:t>
            </a:r>
            <a:r>
              <a:rPr lang="en-US" b="1" i="0" dirty="0" err="1">
                <a:effectLst/>
                <a:latin typeface="+mj-lt"/>
              </a:rPr>
              <a:t>check_expression</a:t>
            </a:r>
            <a:r>
              <a:rPr lang="en-US" b="1" i="0" dirty="0">
                <a:effectLst/>
                <a:latin typeface="+mj-lt"/>
              </a:rPr>
              <a:t> , </a:t>
            </a:r>
            <a:r>
              <a:rPr lang="en-US" b="1" i="0" dirty="0" err="1">
                <a:effectLst/>
                <a:latin typeface="+mj-lt"/>
              </a:rPr>
              <a:t>replacement_value</a:t>
            </a:r>
            <a:r>
              <a:rPr lang="en-US" b="1" i="0" dirty="0">
                <a:effectLst/>
                <a:latin typeface="+mj-lt"/>
              </a:rPr>
              <a:t>)</a:t>
            </a:r>
            <a:endParaRPr lang="pt-BR" b="1" dirty="0">
              <a:latin typeface="+mj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542463-25CD-46CF-A6DA-32628DF81054}"/>
              </a:ext>
            </a:extLst>
          </p:cNvPr>
          <p:cNvSpPr txBox="1"/>
          <p:nvPr/>
        </p:nvSpPr>
        <p:spPr>
          <a:xfrm>
            <a:off x="7041577" y="2830639"/>
            <a:ext cx="48158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effectLst/>
                <a:latin typeface="+mj-lt"/>
              </a:rPr>
              <a:t>A </a:t>
            </a:r>
            <a:r>
              <a:rPr lang="en-US" b="1" i="0" dirty="0" err="1">
                <a:effectLst/>
                <a:latin typeface="+mj-lt"/>
              </a:rPr>
              <a:t>nossa</a:t>
            </a:r>
            <a:r>
              <a:rPr lang="en-US" b="1" i="0" dirty="0">
                <a:effectLst/>
                <a:latin typeface="+mj-lt"/>
              </a:rPr>
              <a:t> </a:t>
            </a:r>
            <a:r>
              <a:rPr lang="en-US" b="1" i="0" dirty="0" err="1">
                <a:effectLst/>
                <a:latin typeface="+mj-lt"/>
              </a:rPr>
              <a:t>solução</a:t>
            </a:r>
            <a:r>
              <a:rPr lang="en-US" b="1" i="0" dirty="0">
                <a:effectLst/>
                <a:latin typeface="+mj-lt"/>
              </a:rPr>
              <a:t> é a </a:t>
            </a:r>
            <a:r>
              <a:rPr lang="en-US" b="1" i="0" dirty="0" err="1">
                <a:effectLst/>
                <a:latin typeface="+mj-lt"/>
              </a:rPr>
              <a:t>função</a:t>
            </a:r>
            <a:r>
              <a:rPr lang="en-US" b="1" i="0" dirty="0">
                <a:effectLst/>
                <a:latin typeface="+mj-lt"/>
              </a:rPr>
              <a:t> ISNULL().</a:t>
            </a:r>
          </a:p>
          <a:p>
            <a:r>
              <a:rPr lang="pt-BR" b="1" i="0" dirty="0">
                <a:effectLst/>
                <a:latin typeface="+mj-lt"/>
              </a:rPr>
              <a:t>A função </a:t>
            </a:r>
            <a:r>
              <a:rPr lang="pt-BR" b="1" i="1" dirty="0">
                <a:effectLst/>
                <a:latin typeface="+mj-lt"/>
              </a:rPr>
              <a:t>ISNULL() </a:t>
            </a:r>
            <a:r>
              <a:rPr lang="pt-BR" b="1" i="0" dirty="0">
                <a:effectLst/>
                <a:latin typeface="+mj-lt"/>
              </a:rPr>
              <a:t>é usada para tratar colunas com </a:t>
            </a:r>
          </a:p>
          <a:p>
            <a:r>
              <a:rPr lang="pt-BR" b="1" i="0" dirty="0">
                <a:effectLst/>
                <a:latin typeface="+mj-lt"/>
              </a:rPr>
              <a:t>valores nulos. É </a:t>
            </a:r>
            <a:r>
              <a:rPr lang="pt-BR" b="1" i="0" dirty="0" err="1">
                <a:effectLst/>
                <a:latin typeface="+mj-lt"/>
              </a:rPr>
              <a:t>possivel</a:t>
            </a:r>
            <a:r>
              <a:rPr lang="pt-BR" b="1" i="0" dirty="0">
                <a:effectLst/>
                <a:latin typeface="+mj-lt"/>
              </a:rPr>
              <a:t> com o seu uso, passar um </a:t>
            </a:r>
          </a:p>
          <a:p>
            <a:r>
              <a:rPr lang="pt-BR" b="1" i="0" dirty="0">
                <a:effectLst/>
                <a:latin typeface="+mj-lt"/>
              </a:rPr>
              <a:t>valor sempre que o selecionado for nulo.</a:t>
            </a:r>
            <a:endParaRPr lang="pt-BR" b="1" dirty="0">
              <a:latin typeface="+mj-lt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6C419F1-5375-43C0-BEF2-4035681BAEA0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FUNÇÕES - ISNULL()</a:t>
            </a:r>
          </a:p>
        </p:txBody>
      </p:sp>
    </p:spTree>
    <p:extLst>
      <p:ext uri="{BB962C8B-B14F-4D97-AF65-F5344CB8AC3E}">
        <p14:creationId xmlns:p14="http://schemas.microsoft.com/office/powerpoint/2010/main" val="132164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DD3546-065F-41D2-A1F9-EBC03B149F16}"/>
              </a:ext>
            </a:extLst>
          </p:cNvPr>
          <p:cNvSpPr txBox="1"/>
          <p:nvPr/>
        </p:nvSpPr>
        <p:spPr>
          <a:xfrm>
            <a:off x="7007999" y="4200007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effectLst/>
                <a:latin typeface="+mj-lt"/>
              </a:rPr>
              <a:t>-- # </a:t>
            </a:r>
            <a:r>
              <a:rPr lang="en-US" b="1" i="0" dirty="0" err="1">
                <a:effectLst/>
                <a:latin typeface="+mj-lt"/>
              </a:rPr>
              <a:t>Sintaxe</a:t>
            </a:r>
            <a:r>
              <a:rPr lang="en-US" b="1" i="0" dirty="0">
                <a:effectLst/>
                <a:latin typeface="+mj-lt"/>
              </a:rPr>
              <a:t> da </a:t>
            </a:r>
            <a:r>
              <a:rPr lang="en-US" b="1" i="0" dirty="0" err="1">
                <a:effectLst/>
                <a:latin typeface="+mj-lt"/>
              </a:rPr>
              <a:t>Função</a:t>
            </a:r>
            <a:r>
              <a:rPr lang="en-US" b="1" i="0" dirty="0">
                <a:effectLst/>
                <a:latin typeface="+mj-lt"/>
              </a:rPr>
              <a:t> ISNULL() </a:t>
            </a:r>
          </a:p>
          <a:p>
            <a:pPr algn="ctr"/>
            <a:r>
              <a:rPr lang="en-US" b="1" i="0" dirty="0">
                <a:effectLst/>
                <a:latin typeface="+mj-lt"/>
              </a:rPr>
              <a:t>ISNULL (</a:t>
            </a:r>
            <a:r>
              <a:rPr lang="en-US" b="1" i="0" dirty="0" err="1">
                <a:effectLst/>
                <a:latin typeface="+mj-lt"/>
              </a:rPr>
              <a:t>check_expression</a:t>
            </a:r>
            <a:r>
              <a:rPr lang="en-US" b="1" i="0" dirty="0">
                <a:effectLst/>
                <a:latin typeface="+mj-lt"/>
              </a:rPr>
              <a:t> , </a:t>
            </a:r>
            <a:r>
              <a:rPr lang="en-US" b="1" i="0" dirty="0" err="1">
                <a:effectLst/>
                <a:latin typeface="+mj-lt"/>
              </a:rPr>
              <a:t>replacement_value</a:t>
            </a:r>
            <a:r>
              <a:rPr lang="en-US" b="1" i="0" dirty="0">
                <a:effectLst/>
                <a:latin typeface="+mj-lt"/>
              </a:rPr>
              <a:t>)</a:t>
            </a:r>
            <a:endParaRPr lang="pt-BR" b="1" dirty="0">
              <a:latin typeface="+mj-lt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C26EC0D-D734-4741-A3BB-A8B5CA77D273}"/>
              </a:ext>
            </a:extLst>
          </p:cNvPr>
          <p:cNvSpPr txBox="1"/>
          <p:nvPr/>
        </p:nvSpPr>
        <p:spPr>
          <a:xfrm>
            <a:off x="7017295" y="2361199"/>
            <a:ext cx="5009064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/>
              <a:t>Usando a função ISNULL(), conseguimos passar um </a:t>
            </a:r>
          </a:p>
          <a:p>
            <a:r>
              <a:rPr lang="pt-BR" dirty="0"/>
              <a:t>valor que ser substituído em caso de valores nulos.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4C750E7-28CE-425F-9268-B63357FD5C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875"/>
          <a:stretch/>
        </p:blipFill>
        <p:spPr>
          <a:xfrm>
            <a:off x="422238" y="2217683"/>
            <a:ext cx="6521824" cy="2165131"/>
          </a:xfrm>
          <a:prstGeom prst="rect">
            <a:avLst/>
          </a:prstGeom>
        </p:spPr>
      </p:pic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3C95ABE-C3AC-4C2F-A3D4-AAF00A9D71EE}"/>
              </a:ext>
            </a:extLst>
          </p:cNvPr>
          <p:cNvSpPr/>
          <p:nvPr/>
        </p:nvSpPr>
        <p:spPr>
          <a:xfrm>
            <a:off x="3412710" y="4086962"/>
            <a:ext cx="2546656" cy="2958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FE0707CB-AED3-4F38-A1A2-8C26C1EECA9C}"/>
              </a:ext>
            </a:extLst>
          </p:cNvPr>
          <p:cNvCxnSpPr>
            <a:stCxn id="22" idx="1"/>
            <a:endCxn id="28" idx="0"/>
          </p:cNvCxnSpPr>
          <p:nvPr/>
        </p:nvCxnSpPr>
        <p:spPr>
          <a:xfrm rot="10800000" flipV="1">
            <a:off x="4686039" y="2684364"/>
            <a:ext cx="2331257" cy="140259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1DD68C4-00B8-46E7-97E1-C63B106778D3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FUNÇÕES - ISNULL()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6F406EEA-AA83-4C80-BA37-B336961D8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705"/>
          <a:stretch/>
        </p:blipFill>
        <p:spPr>
          <a:xfrm>
            <a:off x="422238" y="4382814"/>
            <a:ext cx="6521824" cy="1512224"/>
          </a:xfrm>
          <a:prstGeom prst="rect">
            <a:avLst/>
          </a:prstGeom>
        </p:spPr>
      </p:pic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CCCB9B-C5B7-45AE-939C-0BED763ED89C}"/>
              </a:ext>
            </a:extLst>
          </p:cNvPr>
          <p:cNvSpPr/>
          <p:nvPr/>
        </p:nvSpPr>
        <p:spPr>
          <a:xfrm>
            <a:off x="3355808" y="5243001"/>
            <a:ext cx="925293" cy="62663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52D95350-6415-41FA-B5B1-63918B8783FE}"/>
              </a:ext>
            </a:extLst>
          </p:cNvPr>
          <p:cNvCxnSpPr>
            <a:stCxn id="22" idx="1"/>
            <a:endCxn id="27" idx="1"/>
          </p:cNvCxnSpPr>
          <p:nvPr/>
        </p:nvCxnSpPr>
        <p:spPr>
          <a:xfrm rot="10800000" flipV="1">
            <a:off x="3355809" y="2684364"/>
            <a:ext cx="3661487" cy="2871953"/>
          </a:xfrm>
          <a:prstGeom prst="bentConnector3">
            <a:avLst>
              <a:gd name="adj1" fmla="val 10624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7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8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aixaDeTexto 1">
            <a:extLst>
              <a:ext uri="{FF2B5EF4-FFF2-40B4-BE49-F238E27FC236}">
                <a16:creationId xmlns:a16="http://schemas.microsoft.com/office/drawing/2014/main" id="{34494379-332B-4A83-8DEC-C2F375E60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09229"/>
              </p:ext>
            </p:extLst>
          </p:nvPr>
        </p:nvGraphicFramePr>
        <p:xfrm>
          <a:off x="477980" y="1122363"/>
          <a:ext cx="11399695" cy="4030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7D5B053-8971-4202-B444-1611F2359623}"/>
              </a:ext>
            </a:extLst>
          </p:cNvPr>
          <p:cNvSpPr/>
          <p:nvPr/>
        </p:nvSpPr>
        <p:spPr>
          <a:xfrm>
            <a:off x="1885950" y="5712950"/>
            <a:ext cx="2611960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ISNULL(</a:t>
            </a:r>
            <a:r>
              <a:rPr lang="pt-BR" dirty="0" err="1"/>
              <a:t>Coluna,Valor</a:t>
            </a:r>
            <a:r>
              <a:rPr lang="pt-BR" dirty="0"/>
              <a:t>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28DB428-55DC-4513-BD87-527E8050B487}"/>
              </a:ext>
            </a:extLst>
          </p:cNvPr>
          <p:cNvSpPr/>
          <p:nvPr/>
        </p:nvSpPr>
        <p:spPr>
          <a:xfrm>
            <a:off x="4857749" y="5712949"/>
            <a:ext cx="2682619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CASE WHEN Coluna IS NULL THEN X ELSE Coluna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FA3EA8F-E042-4563-B72F-FDA9BECD00D1}"/>
              </a:ext>
            </a:extLst>
          </p:cNvPr>
          <p:cNvSpPr/>
          <p:nvPr/>
        </p:nvSpPr>
        <p:spPr>
          <a:xfrm>
            <a:off x="7857744" y="5712948"/>
            <a:ext cx="2554678" cy="981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WHERE Coluna IS NULL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6D4E4AA-191B-49D9-B197-EBB39B0E027A}"/>
              </a:ext>
            </a:extLst>
          </p:cNvPr>
          <p:cNvSpPr/>
          <p:nvPr/>
        </p:nvSpPr>
        <p:spPr>
          <a:xfrm rot="16200000">
            <a:off x="2957345" y="5304544"/>
            <a:ext cx="469169" cy="284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3FB56A93-B649-4DFA-BF69-21AB75BF5127}"/>
              </a:ext>
            </a:extLst>
          </p:cNvPr>
          <p:cNvSpPr/>
          <p:nvPr/>
        </p:nvSpPr>
        <p:spPr>
          <a:xfrm rot="16200000">
            <a:off x="5964473" y="5290597"/>
            <a:ext cx="469169" cy="284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4C6A0E0B-8135-41F4-A4FB-B85E2BC22290}"/>
              </a:ext>
            </a:extLst>
          </p:cNvPr>
          <p:cNvSpPr/>
          <p:nvPr/>
        </p:nvSpPr>
        <p:spPr>
          <a:xfrm rot="16200000">
            <a:off x="8900498" y="5290597"/>
            <a:ext cx="469169" cy="284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337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>
                <a:latin typeface="+mj-lt"/>
                <a:ea typeface="+mj-ea"/>
                <a:cs typeface="+mj-cs"/>
              </a:rPr>
              <a:t>FUNÇÃO NULLIF()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42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DD3546-065F-41D2-A1F9-EBC03B149F16}"/>
              </a:ext>
            </a:extLst>
          </p:cNvPr>
          <p:cNvSpPr txBox="1"/>
          <p:nvPr/>
        </p:nvSpPr>
        <p:spPr>
          <a:xfrm>
            <a:off x="6277376" y="5319637"/>
            <a:ext cx="491961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effectLst/>
                <a:latin typeface="+mj-lt"/>
              </a:rPr>
              <a:t>Como resolver </a:t>
            </a:r>
            <a:r>
              <a:rPr lang="en-US" b="1" i="0" dirty="0" err="1">
                <a:effectLst/>
                <a:latin typeface="+mj-lt"/>
              </a:rPr>
              <a:t>esse</a:t>
            </a:r>
            <a:r>
              <a:rPr lang="en-US" b="1" i="0" dirty="0">
                <a:effectLst/>
                <a:latin typeface="+mj-lt"/>
              </a:rPr>
              <a:t> </a:t>
            </a:r>
            <a:r>
              <a:rPr lang="en-US" b="1" i="0" dirty="0" err="1">
                <a:effectLst/>
                <a:latin typeface="+mj-lt"/>
              </a:rPr>
              <a:t>erro</a:t>
            </a:r>
            <a:r>
              <a:rPr lang="en-US" b="1" i="0" dirty="0">
                <a:effectLst/>
                <a:latin typeface="+mj-lt"/>
              </a:rPr>
              <a:t>?</a:t>
            </a:r>
            <a:endParaRPr lang="pt-BR" b="1" dirty="0">
              <a:latin typeface="+mj-lt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F1BDC6B-2929-479B-944A-F2A3086B6440}"/>
              </a:ext>
            </a:extLst>
          </p:cNvPr>
          <p:cNvSpPr txBox="1"/>
          <p:nvPr/>
        </p:nvSpPr>
        <p:spPr>
          <a:xfrm>
            <a:off x="718017" y="1591559"/>
            <a:ext cx="4841362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Vamos precisar calcular o valor final da Venda de cada item! Para isso precisamos nos basear no valor do produto e na quantidade vendida!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FF384668-FF96-44AD-B596-39D37D928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17" y="2415565"/>
            <a:ext cx="4841362" cy="4146060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9326CF0-2A16-49AD-846C-AC08ACEE2799}"/>
              </a:ext>
            </a:extLst>
          </p:cNvPr>
          <p:cNvSpPr/>
          <p:nvPr/>
        </p:nvSpPr>
        <p:spPr>
          <a:xfrm>
            <a:off x="2325653" y="5810839"/>
            <a:ext cx="1179937" cy="7507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98AE17A6-0100-4102-A674-480C3E8F3414}"/>
              </a:ext>
            </a:extLst>
          </p:cNvPr>
          <p:cNvCxnSpPr>
            <a:cxnSpLocks/>
            <a:stCxn id="31" idx="1"/>
            <a:endCxn id="30" idx="1"/>
          </p:cNvCxnSpPr>
          <p:nvPr/>
        </p:nvCxnSpPr>
        <p:spPr>
          <a:xfrm rot="10800000" flipH="1" flipV="1">
            <a:off x="718017" y="1960890"/>
            <a:ext cx="1607636" cy="4225341"/>
          </a:xfrm>
          <a:prstGeom prst="bentConnector3">
            <a:avLst>
              <a:gd name="adj1" fmla="val -1422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m 48">
            <a:extLst>
              <a:ext uri="{FF2B5EF4-FFF2-40B4-BE49-F238E27FC236}">
                <a16:creationId xmlns:a16="http://schemas.microsoft.com/office/drawing/2014/main" id="{9CCBAD76-3D3A-462D-9505-4F6A21D1F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779" y="1203371"/>
            <a:ext cx="3256008" cy="1938779"/>
          </a:xfrm>
          <a:prstGeom prst="rect">
            <a:avLst/>
          </a:prstGeom>
        </p:spPr>
      </p:pic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9EF81C18-7143-4A02-B288-607CD6C308AC}"/>
              </a:ext>
            </a:extLst>
          </p:cNvPr>
          <p:cNvCxnSpPr>
            <a:cxnSpLocks/>
          </p:cNvCxnSpPr>
          <p:nvPr/>
        </p:nvCxnSpPr>
        <p:spPr>
          <a:xfrm>
            <a:off x="8028716" y="2208024"/>
            <a:ext cx="599772" cy="1356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02466C78-C157-485C-AD4F-A84DD8193D30}"/>
              </a:ext>
            </a:extLst>
          </p:cNvPr>
          <p:cNvCxnSpPr>
            <a:cxnSpLocks/>
          </p:cNvCxnSpPr>
          <p:nvPr/>
        </p:nvCxnSpPr>
        <p:spPr>
          <a:xfrm flipV="1">
            <a:off x="8015319" y="2183270"/>
            <a:ext cx="609864" cy="1915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169A1FE7-1BA0-48A9-A212-0364BC268D06}"/>
              </a:ext>
            </a:extLst>
          </p:cNvPr>
          <p:cNvCxnSpPr>
            <a:stCxn id="30" idx="3"/>
            <a:endCxn id="49" idx="1"/>
          </p:cNvCxnSpPr>
          <p:nvPr/>
        </p:nvCxnSpPr>
        <p:spPr>
          <a:xfrm flipV="1">
            <a:off x="3505590" y="2172761"/>
            <a:ext cx="2968189" cy="40134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363DFAC5-037A-41F4-AEB5-52A1A187C96F}"/>
              </a:ext>
            </a:extLst>
          </p:cNvPr>
          <p:cNvCxnSpPr>
            <a:cxnSpLocks/>
            <a:stCxn id="49" idx="3"/>
            <a:endCxn id="70" idx="3"/>
          </p:cNvCxnSpPr>
          <p:nvPr/>
        </p:nvCxnSpPr>
        <p:spPr>
          <a:xfrm>
            <a:off x="9729787" y="2172761"/>
            <a:ext cx="1154067" cy="1560338"/>
          </a:xfrm>
          <a:prstGeom prst="bentConnector3">
            <a:avLst>
              <a:gd name="adj1" fmla="val 11980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2EBB43C7-60AA-4C57-93D0-5B5961B072DA}"/>
              </a:ext>
            </a:extLst>
          </p:cNvPr>
          <p:cNvCxnSpPr>
            <a:cxnSpLocks/>
            <a:stCxn id="72" idx="1"/>
            <a:endCxn id="16" idx="1"/>
          </p:cNvCxnSpPr>
          <p:nvPr/>
        </p:nvCxnSpPr>
        <p:spPr>
          <a:xfrm rot="10800000" flipV="1">
            <a:off x="6277377" y="4380077"/>
            <a:ext cx="196403" cy="1124225"/>
          </a:xfrm>
          <a:prstGeom prst="bentConnector3">
            <a:avLst>
              <a:gd name="adj1" fmla="val 216393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Imagem 69">
            <a:extLst>
              <a:ext uri="{FF2B5EF4-FFF2-40B4-BE49-F238E27FC236}">
                <a16:creationId xmlns:a16="http://schemas.microsoft.com/office/drawing/2014/main" id="{7085EAF5-D50C-41EC-A21C-3CB37AEAC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779" y="3466399"/>
            <a:ext cx="4410075" cy="533400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E43607D9-922D-402A-81FC-9A9DA40BA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779" y="3999078"/>
            <a:ext cx="4410075" cy="762000"/>
          </a:xfrm>
          <a:prstGeom prst="rect">
            <a:avLst/>
          </a:prstGeom>
        </p:spPr>
      </p:pic>
      <p:sp>
        <p:nvSpPr>
          <p:cNvPr id="76" name="CaixaDeTexto 75">
            <a:extLst>
              <a:ext uri="{FF2B5EF4-FFF2-40B4-BE49-F238E27FC236}">
                <a16:creationId xmlns:a16="http://schemas.microsoft.com/office/drawing/2014/main" id="{C3D3FE0A-0F5C-459F-AF2F-5B4CEB94BF09}"/>
              </a:ext>
            </a:extLst>
          </p:cNvPr>
          <p:cNvSpPr txBox="1"/>
          <p:nvPr/>
        </p:nvSpPr>
        <p:spPr>
          <a:xfrm>
            <a:off x="2285257" y="5411970"/>
            <a:ext cx="1260730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Como Fazer isso?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9F0FA6EA-1430-4737-BD9E-09EF1E8F0EE6}"/>
              </a:ext>
            </a:extLst>
          </p:cNvPr>
          <p:cNvSpPr txBox="1"/>
          <p:nvPr/>
        </p:nvSpPr>
        <p:spPr>
          <a:xfrm>
            <a:off x="6479084" y="832562"/>
            <a:ext cx="2648354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>
                <a:latin typeface="+mj-lt"/>
              </a:rPr>
              <a:t>Vamos testar no </a:t>
            </a:r>
            <a:r>
              <a:rPr lang="pt-BR" sz="1200" b="1" dirty="0" err="1">
                <a:latin typeface="+mj-lt"/>
              </a:rPr>
              <a:t>excel</a:t>
            </a:r>
            <a:r>
              <a:rPr lang="pt-BR" sz="1200" b="1" dirty="0">
                <a:latin typeface="+mj-lt"/>
              </a:rPr>
              <a:t> uma regra de três!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3366D833-4742-4174-85E8-F39CE6AB58B1}"/>
              </a:ext>
            </a:extLst>
          </p:cNvPr>
          <p:cNvSpPr txBox="1"/>
          <p:nvPr/>
        </p:nvSpPr>
        <p:spPr>
          <a:xfrm>
            <a:off x="10122684" y="1695198"/>
            <a:ext cx="1522340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>
                <a:latin typeface="+mj-lt"/>
              </a:rPr>
              <a:t>Como seria via query?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63486891-3F35-48D7-8494-449EB118FF09}"/>
              </a:ext>
            </a:extLst>
          </p:cNvPr>
          <p:cNvSpPr txBox="1"/>
          <p:nvPr/>
        </p:nvSpPr>
        <p:spPr>
          <a:xfrm>
            <a:off x="8739894" y="4318501"/>
            <a:ext cx="795411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+mj-lt"/>
              </a:rPr>
              <a:t>Deu ruim!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F9A8BFE6-9EE8-4A68-A8DA-CE8AF668F057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NULLIF()</a:t>
            </a:r>
          </a:p>
        </p:txBody>
      </p:sp>
    </p:spTree>
    <p:extLst>
      <p:ext uri="{BB962C8B-B14F-4D97-AF65-F5344CB8AC3E}">
        <p14:creationId xmlns:p14="http://schemas.microsoft.com/office/powerpoint/2010/main" val="9533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1" grpId="0" animBg="1"/>
      <p:bldP spid="30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DD3546-065F-41D2-A1F9-EBC03B149F16}"/>
              </a:ext>
            </a:extLst>
          </p:cNvPr>
          <p:cNvSpPr txBox="1"/>
          <p:nvPr/>
        </p:nvSpPr>
        <p:spPr>
          <a:xfrm>
            <a:off x="678892" y="6124074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-- # Sintaxe da Função NULLIF() </a:t>
            </a:r>
          </a:p>
          <a:p>
            <a:pPr algn="ctr"/>
            <a:r>
              <a:rPr lang="pt-BR" dirty="0"/>
              <a:t>NULLIF </a:t>
            </a:r>
            <a:r>
              <a:rPr lang="pt-BR" b="1" dirty="0"/>
              <a:t>(</a:t>
            </a:r>
            <a:r>
              <a:rPr lang="pt-BR" dirty="0"/>
              <a:t> </a:t>
            </a:r>
            <a:r>
              <a:rPr lang="pt-BR" i="1" dirty="0" err="1"/>
              <a:t>expression</a:t>
            </a:r>
            <a:r>
              <a:rPr lang="pt-BR" i="1" dirty="0"/>
              <a:t> 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i="1" dirty="0" err="1"/>
              <a:t>expression</a:t>
            </a:r>
            <a:r>
              <a:rPr lang="pt-BR" i="1" dirty="0"/>
              <a:t> </a:t>
            </a:r>
            <a:r>
              <a:rPr lang="pt-BR" b="1" dirty="0"/>
              <a:t>)</a:t>
            </a:r>
            <a:endParaRPr lang="pt-BR" b="1" dirty="0">
              <a:latin typeface="+mj-lt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F1BDC6B-2929-479B-944A-F2A3086B6440}"/>
              </a:ext>
            </a:extLst>
          </p:cNvPr>
          <p:cNvSpPr txBox="1"/>
          <p:nvPr/>
        </p:nvSpPr>
        <p:spPr>
          <a:xfrm>
            <a:off x="718017" y="1010534"/>
            <a:ext cx="4841362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/>
              <a:t>Vamos precisar calcular o valor final da Venda de cada item! Para isso precisamos nos basear no valor do produto e na quantidade vendida!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FF384668-FF96-44AD-B596-39D37D928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17" y="1841609"/>
            <a:ext cx="4841362" cy="4146060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9326CF0-2A16-49AD-846C-AC08ACEE2799}"/>
              </a:ext>
            </a:extLst>
          </p:cNvPr>
          <p:cNvSpPr/>
          <p:nvPr/>
        </p:nvSpPr>
        <p:spPr>
          <a:xfrm>
            <a:off x="2325653" y="5151158"/>
            <a:ext cx="1179937" cy="7507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98AE17A6-0100-4102-A674-480C3E8F3414}"/>
              </a:ext>
            </a:extLst>
          </p:cNvPr>
          <p:cNvCxnSpPr>
            <a:cxnSpLocks/>
            <a:stCxn id="31" idx="1"/>
            <a:endCxn id="30" idx="1"/>
          </p:cNvCxnSpPr>
          <p:nvPr/>
        </p:nvCxnSpPr>
        <p:spPr>
          <a:xfrm rot="10800000" flipH="1" flipV="1">
            <a:off x="718017" y="1379865"/>
            <a:ext cx="1607636" cy="4146685"/>
          </a:xfrm>
          <a:prstGeom prst="bentConnector3">
            <a:avLst>
              <a:gd name="adj1" fmla="val -1422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1FBBC047-1318-4B76-8367-E73167D6B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779" y="2667314"/>
            <a:ext cx="4536304" cy="1297699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9CCBAD76-3D3A-462D-9505-4F6A21D1F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779" y="622346"/>
            <a:ext cx="3256008" cy="1938779"/>
          </a:xfrm>
          <a:prstGeom prst="rect">
            <a:avLst/>
          </a:prstGeom>
        </p:spPr>
      </p:pic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9EF81C18-7143-4A02-B288-607CD6C308AC}"/>
              </a:ext>
            </a:extLst>
          </p:cNvPr>
          <p:cNvCxnSpPr>
            <a:cxnSpLocks/>
          </p:cNvCxnSpPr>
          <p:nvPr/>
        </p:nvCxnSpPr>
        <p:spPr>
          <a:xfrm>
            <a:off x="8028716" y="1626999"/>
            <a:ext cx="599772" cy="1356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02466C78-C157-485C-AD4F-A84DD8193D30}"/>
              </a:ext>
            </a:extLst>
          </p:cNvPr>
          <p:cNvCxnSpPr>
            <a:cxnSpLocks/>
          </p:cNvCxnSpPr>
          <p:nvPr/>
        </p:nvCxnSpPr>
        <p:spPr>
          <a:xfrm flipV="1">
            <a:off x="8015319" y="1602245"/>
            <a:ext cx="609864" cy="1915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169A1FE7-1BA0-48A9-A212-0364BC268D06}"/>
              </a:ext>
            </a:extLst>
          </p:cNvPr>
          <p:cNvCxnSpPr>
            <a:stCxn id="30" idx="3"/>
            <a:endCxn id="49" idx="1"/>
          </p:cNvCxnSpPr>
          <p:nvPr/>
        </p:nvCxnSpPr>
        <p:spPr>
          <a:xfrm flipV="1">
            <a:off x="3505590" y="1591736"/>
            <a:ext cx="2968189" cy="39348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363DFAC5-037A-41F4-AEB5-52A1A187C96F}"/>
              </a:ext>
            </a:extLst>
          </p:cNvPr>
          <p:cNvCxnSpPr>
            <a:stCxn id="49" idx="3"/>
            <a:endCxn id="47" idx="3"/>
          </p:cNvCxnSpPr>
          <p:nvPr/>
        </p:nvCxnSpPr>
        <p:spPr>
          <a:xfrm>
            <a:off x="9729787" y="1591736"/>
            <a:ext cx="1280296" cy="1724428"/>
          </a:xfrm>
          <a:prstGeom prst="bentConnector3">
            <a:avLst>
              <a:gd name="adj1" fmla="val 117855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CBD7EE5-D8BD-4C80-95FE-558FD03DE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474" y="4086214"/>
            <a:ext cx="4513100" cy="12976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0D664A3-5414-41A6-9015-A5187D31BB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474" y="5505108"/>
            <a:ext cx="4513099" cy="1297699"/>
          </a:xfrm>
          <a:prstGeom prst="rect">
            <a:avLst/>
          </a:prstGeom>
        </p:spPr>
      </p:pic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4ABD3BA6-C5B4-4941-AABF-0FEFD5644CAA}"/>
              </a:ext>
            </a:extLst>
          </p:cNvPr>
          <p:cNvCxnSpPr>
            <a:stCxn id="47" idx="1"/>
            <a:endCxn id="3" idx="1"/>
          </p:cNvCxnSpPr>
          <p:nvPr/>
        </p:nvCxnSpPr>
        <p:spPr>
          <a:xfrm rot="10800000" flipH="1" flipV="1">
            <a:off x="6473778" y="3316164"/>
            <a:ext cx="12695" cy="1418900"/>
          </a:xfrm>
          <a:prstGeom prst="bentConnector3">
            <a:avLst>
              <a:gd name="adj1" fmla="val -180070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3F68F836-5DF7-43B8-A50E-24DE832AED1D}"/>
              </a:ext>
            </a:extLst>
          </p:cNvPr>
          <p:cNvCxnSpPr>
            <a:stCxn id="3" idx="3"/>
            <a:endCxn id="7" idx="3"/>
          </p:cNvCxnSpPr>
          <p:nvPr/>
        </p:nvCxnSpPr>
        <p:spPr>
          <a:xfrm flipH="1">
            <a:off x="10999573" y="4735064"/>
            <a:ext cx="1" cy="1418894"/>
          </a:xfrm>
          <a:prstGeom prst="bentConnector3">
            <a:avLst>
              <a:gd name="adj1" fmla="val -2286000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7A346E43-7D9E-45DA-AB4E-F0AF6DDA950B}"/>
              </a:ext>
            </a:extLst>
          </p:cNvPr>
          <p:cNvCxnSpPr>
            <a:stCxn id="7" idx="1"/>
            <a:endCxn id="16" idx="3"/>
          </p:cNvCxnSpPr>
          <p:nvPr/>
        </p:nvCxnSpPr>
        <p:spPr>
          <a:xfrm rot="10800000" flipV="1">
            <a:off x="5598504" y="6153958"/>
            <a:ext cx="887971" cy="293282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CA2B39F-E108-46A0-9157-66252482DFF0}"/>
              </a:ext>
            </a:extLst>
          </p:cNvPr>
          <p:cNvSpPr/>
          <p:nvPr/>
        </p:nvSpPr>
        <p:spPr>
          <a:xfrm>
            <a:off x="9908867" y="4087398"/>
            <a:ext cx="1063129" cy="2401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1AB8831-5ED6-44BF-BC85-05CA71A15E17}"/>
              </a:ext>
            </a:extLst>
          </p:cNvPr>
          <p:cNvSpPr/>
          <p:nvPr/>
        </p:nvSpPr>
        <p:spPr>
          <a:xfrm>
            <a:off x="8666658" y="5505108"/>
            <a:ext cx="2332913" cy="2341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E3568FE-B4CA-4FF2-9BD4-618B148A9FF9}"/>
              </a:ext>
            </a:extLst>
          </p:cNvPr>
          <p:cNvCxnSpPr/>
          <p:nvPr/>
        </p:nvCxnSpPr>
        <p:spPr>
          <a:xfrm>
            <a:off x="8818179" y="4446533"/>
            <a:ext cx="357352" cy="6306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E8EB9C6-9B92-42DA-97D0-C5B3D76BEF33}"/>
              </a:ext>
            </a:extLst>
          </p:cNvPr>
          <p:cNvSpPr txBox="1"/>
          <p:nvPr/>
        </p:nvSpPr>
        <p:spPr>
          <a:xfrm>
            <a:off x="7807984" y="4273395"/>
            <a:ext cx="979674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Null? O que é </a:t>
            </a:r>
            <a:r>
              <a:rPr lang="en-US" sz="1200" b="1" dirty="0" err="1">
                <a:solidFill>
                  <a:schemeClr val="bg1"/>
                </a:solidFill>
                <a:latin typeface="+mj-lt"/>
              </a:rPr>
              <a:t>isso</a:t>
            </a:r>
            <a:r>
              <a:rPr lang="en-US" sz="1200" b="1" dirty="0">
                <a:solidFill>
                  <a:schemeClr val="bg1"/>
                </a:solidFill>
                <a:latin typeface="+mj-lt"/>
              </a:rPr>
              <a:t>?</a:t>
            </a:r>
            <a:endParaRPr lang="pt-BR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41ED095-5995-4D60-89B1-C97AC558322F}"/>
              </a:ext>
            </a:extLst>
          </p:cNvPr>
          <p:cNvSpPr txBox="1"/>
          <p:nvPr/>
        </p:nvSpPr>
        <p:spPr>
          <a:xfrm>
            <a:off x="7940611" y="5890182"/>
            <a:ext cx="2835447" cy="2539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+mj-lt"/>
              </a:rPr>
              <a:t>Usar a </a:t>
            </a:r>
            <a:r>
              <a:rPr lang="en-US" sz="1050" b="1" dirty="0" err="1">
                <a:solidFill>
                  <a:schemeClr val="bg1"/>
                </a:solidFill>
                <a:latin typeface="+mj-lt"/>
              </a:rPr>
              <a:t>função</a:t>
            </a:r>
            <a:r>
              <a:rPr lang="en-US" sz="1050" b="1" dirty="0">
                <a:solidFill>
                  <a:schemeClr val="bg1"/>
                </a:solidFill>
                <a:latin typeface="+mj-lt"/>
              </a:rPr>
              <a:t> ISNULL() para </a:t>
            </a:r>
            <a:r>
              <a:rPr lang="en-US" sz="1050" b="1" dirty="0" err="1">
                <a:solidFill>
                  <a:schemeClr val="bg1"/>
                </a:solidFill>
                <a:latin typeface="+mj-lt"/>
              </a:rPr>
              <a:t>tratar</a:t>
            </a:r>
            <a:r>
              <a:rPr lang="en-US" sz="105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050" b="1" dirty="0" err="1">
                <a:solidFill>
                  <a:schemeClr val="bg1"/>
                </a:solidFill>
                <a:latin typeface="+mj-lt"/>
              </a:rPr>
              <a:t>valores</a:t>
            </a:r>
            <a:r>
              <a:rPr lang="en-US" sz="105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050" b="1" dirty="0" err="1">
                <a:solidFill>
                  <a:schemeClr val="bg1"/>
                </a:solidFill>
                <a:latin typeface="+mj-lt"/>
              </a:rPr>
              <a:t>nulos</a:t>
            </a:r>
            <a:r>
              <a:rPr lang="en-US" sz="1050" b="1" dirty="0">
                <a:solidFill>
                  <a:schemeClr val="bg1"/>
                </a:solidFill>
                <a:latin typeface="+mj-lt"/>
              </a:rPr>
              <a:t>!</a:t>
            </a:r>
            <a:endParaRPr lang="pt-BR"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B2CB92A-436C-4878-B823-AE4D90C81ACF}"/>
              </a:ext>
            </a:extLst>
          </p:cNvPr>
          <p:cNvSpPr txBox="1"/>
          <p:nvPr/>
        </p:nvSpPr>
        <p:spPr>
          <a:xfrm>
            <a:off x="2609850" y="-10563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NULLIF()</a:t>
            </a:r>
          </a:p>
        </p:txBody>
      </p:sp>
    </p:spTree>
    <p:extLst>
      <p:ext uri="{BB962C8B-B14F-4D97-AF65-F5344CB8AC3E}">
        <p14:creationId xmlns:p14="http://schemas.microsoft.com/office/powerpoint/2010/main" val="73669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  <p:bldP spid="26" grpId="0" animBg="1"/>
      <p:bldP spid="29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aixaDeTexto 1">
            <a:extLst>
              <a:ext uri="{FF2B5EF4-FFF2-40B4-BE49-F238E27FC236}">
                <a16:creationId xmlns:a16="http://schemas.microsoft.com/office/drawing/2014/main" id="{ED72DD74-0769-4CFF-B93F-4FE7D7E3E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465546"/>
              </p:ext>
            </p:extLst>
          </p:nvPr>
        </p:nvGraphicFramePr>
        <p:xfrm>
          <a:off x="477980" y="1122363"/>
          <a:ext cx="11399695" cy="4030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033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latin typeface="+mj-lt"/>
                <a:ea typeface="+mj-ea"/>
                <a:cs typeface="+mj-cs"/>
              </a:rPr>
              <a:t>FUNÇÃO SUBSTRING()</a:t>
            </a:r>
          </a:p>
        </p:txBody>
      </p:sp>
      <p:sp>
        <p:nvSpPr>
          <p:cNvPr id="19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82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8C6A6BE-313B-4049-8948-6D9CDAE074D3}"/>
              </a:ext>
            </a:extLst>
          </p:cNvPr>
          <p:cNvSpPr txBox="1"/>
          <p:nvPr/>
        </p:nvSpPr>
        <p:spPr>
          <a:xfrm>
            <a:off x="4614176" y="5979111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effectLst/>
                <a:latin typeface="+mj-lt"/>
              </a:rPr>
              <a:t>-- # </a:t>
            </a:r>
            <a:r>
              <a:rPr lang="en-US" b="1" i="0" dirty="0" err="1">
                <a:effectLst/>
                <a:latin typeface="+mj-lt"/>
              </a:rPr>
              <a:t>Sintaxe</a:t>
            </a:r>
            <a:r>
              <a:rPr lang="en-US" b="1" i="0" dirty="0">
                <a:effectLst/>
                <a:latin typeface="+mj-lt"/>
              </a:rPr>
              <a:t> da </a:t>
            </a:r>
            <a:r>
              <a:rPr lang="en-US" b="1" i="0" dirty="0" err="1">
                <a:effectLst/>
                <a:latin typeface="+mj-lt"/>
              </a:rPr>
              <a:t>Função</a:t>
            </a:r>
            <a:r>
              <a:rPr lang="en-US" b="1" i="0" dirty="0">
                <a:effectLst/>
                <a:latin typeface="+mj-lt"/>
              </a:rPr>
              <a:t> SUBSTRING() </a:t>
            </a:r>
          </a:p>
          <a:p>
            <a:pPr algn="ctr"/>
            <a:r>
              <a:rPr lang="en-US" b="1" i="0" dirty="0">
                <a:effectLst/>
                <a:latin typeface="+mj-lt"/>
              </a:rPr>
              <a:t>SUBSTRING ( expression ,start , length )</a:t>
            </a:r>
            <a:endParaRPr lang="pt-BR" b="1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13595F-477A-46AD-B131-E59BC758D0B0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SUBSTRING()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7C4AF4-62BB-4869-8134-B24398240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01" y="2719001"/>
            <a:ext cx="4210050" cy="2181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226D97E-40AF-423D-81BE-00D4E4518FFB}"/>
              </a:ext>
            </a:extLst>
          </p:cNvPr>
          <p:cNvSpPr txBox="1"/>
          <p:nvPr/>
        </p:nvSpPr>
        <p:spPr>
          <a:xfrm>
            <a:off x="6309626" y="1003859"/>
            <a:ext cx="4919611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effectLst/>
                <a:latin typeface="+mj-lt"/>
              </a:rPr>
              <a:t>SUBSTRING() </a:t>
            </a:r>
            <a:r>
              <a:rPr lang="pt-BR" b="1" i="0" dirty="0">
                <a:effectLst/>
                <a:latin typeface="+mj-lt"/>
              </a:rPr>
              <a:t>é usada para retornar de uma </a:t>
            </a:r>
            <a:r>
              <a:rPr lang="pt-BR" b="1" i="1" dirty="0" err="1">
                <a:effectLst/>
                <a:latin typeface="+mj-lt"/>
              </a:rPr>
              <a:t>string</a:t>
            </a:r>
            <a:r>
              <a:rPr lang="pt-BR" b="1" i="1" dirty="0">
                <a:effectLst/>
                <a:latin typeface="+mj-lt"/>
              </a:rPr>
              <a:t> </a:t>
            </a:r>
            <a:r>
              <a:rPr lang="pt-BR" b="1" i="0" dirty="0">
                <a:effectLst/>
                <a:latin typeface="+mj-lt"/>
              </a:rPr>
              <a:t>a informação determinada a partir da posição inicial até a quantidade de caracteres determinada, ou seja, de uma posição até uma quantidade de caracteres.</a:t>
            </a:r>
            <a:endParaRPr lang="pt-BR" b="1" dirty="0">
              <a:latin typeface="+mj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F238AB-53F4-485F-86F4-2D8B2DCFB890}"/>
              </a:ext>
            </a:extLst>
          </p:cNvPr>
          <p:cNvSpPr/>
          <p:nvPr/>
        </p:nvSpPr>
        <p:spPr>
          <a:xfrm>
            <a:off x="2438400" y="3160426"/>
            <a:ext cx="1629103" cy="4308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D13EADD1-0AB2-4D76-A229-490B4710BB71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5400000" flipH="1" flipV="1">
            <a:off x="3856902" y="1138573"/>
            <a:ext cx="1848773" cy="3056674"/>
          </a:xfrm>
          <a:prstGeom prst="bentConnector4">
            <a:avLst>
              <a:gd name="adj1" fmla="val -12365"/>
              <a:gd name="adj2" fmla="val -703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087F2E94-0730-42CD-B7D5-4E4C314C4287}"/>
              </a:ext>
            </a:extLst>
          </p:cNvPr>
          <p:cNvSpPr/>
          <p:nvPr/>
        </p:nvSpPr>
        <p:spPr>
          <a:xfrm>
            <a:off x="1679491" y="4456769"/>
            <a:ext cx="1346366" cy="29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B5DD1AC-D401-4E53-AE2D-0DFF714BDBA9}"/>
              </a:ext>
            </a:extLst>
          </p:cNvPr>
          <p:cNvSpPr/>
          <p:nvPr/>
        </p:nvSpPr>
        <p:spPr>
          <a:xfrm>
            <a:off x="3602715" y="3230332"/>
            <a:ext cx="430400" cy="2910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6677A4D-28A6-4B05-B42D-5B0E128669F2}"/>
              </a:ext>
            </a:extLst>
          </p:cNvPr>
          <p:cNvSpPr txBox="1"/>
          <p:nvPr/>
        </p:nvSpPr>
        <p:spPr>
          <a:xfrm>
            <a:off x="6288878" y="4259152"/>
            <a:ext cx="3244909" cy="3784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latin typeface="+mj-lt"/>
              </a:rPr>
              <a:t>P</a:t>
            </a:r>
            <a:r>
              <a:rPr lang="pt-BR" b="1" i="0" dirty="0">
                <a:effectLst/>
                <a:latin typeface="+mj-lt"/>
              </a:rPr>
              <a:t>osição inicial e final (Inclusivo).</a:t>
            </a:r>
            <a:endParaRPr lang="pt-BR" b="1" dirty="0">
              <a:latin typeface="+mj-lt"/>
            </a:endParaRP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4C02E93F-E71F-4CFC-94FA-5369D44CEC36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 rot="16200000" flipH="1">
            <a:off x="4589901" y="2749402"/>
            <a:ext cx="926990" cy="2470963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803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latin typeface="+mj-lt"/>
                <a:ea typeface="+mj-ea"/>
                <a:cs typeface="+mj-cs"/>
              </a:rPr>
              <a:t>FUNÇÃO REPLICATE()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89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92F20D3-D121-4800-BBB5-5D659179DFCB}"/>
              </a:ext>
            </a:extLst>
          </p:cNvPr>
          <p:cNvSpPr txBox="1"/>
          <p:nvPr/>
        </p:nvSpPr>
        <p:spPr>
          <a:xfrm>
            <a:off x="4452251" y="5947334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-- # Sintaxe da Função REPLICATE() </a:t>
            </a:r>
          </a:p>
          <a:p>
            <a:pPr algn="ctr"/>
            <a:r>
              <a:rPr lang="pt-BR" b="1" i="0" dirty="0">
                <a:effectLst/>
                <a:latin typeface="+mj-lt"/>
              </a:rPr>
              <a:t>REPLICATE ( </a:t>
            </a:r>
            <a:r>
              <a:rPr lang="pt-BR" b="1" i="0" dirty="0" err="1">
                <a:effectLst/>
                <a:latin typeface="+mj-lt"/>
              </a:rPr>
              <a:t>string_expression</a:t>
            </a:r>
            <a:r>
              <a:rPr lang="pt-BR" b="1" i="0" dirty="0">
                <a:effectLst/>
                <a:latin typeface="+mj-lt"/>
              </a:rPr>
              <a:t> , </a:t>
            </a:r>
            <a:r>
              <a:rPr lang="pt-BR" b="1" i="0" dirty="0" err="1">
                <a:effectLst/>
                <a:latin typeface="+mj-lt"/>
              </a:rPr>
              <a:t>integer_expression</a:t>
            </a:r>
            <a:r>
              <a:rPr lang="pt-BR" b="1" i="0" dirty="0">
                <a:effectLst/>
                <a:latin typeface="+mj-lt"/>
              </a:rPr>
              <a:t> )</a:t>
            </a:r>
            <a:endParaRPr lang="pt-BR" b="1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229F84-A907-4031-A47D-2CB396C39A9A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REPLICATE()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F05786F-630E-4F33-BE67-789C8E98A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4" y="2362200"/>
            <a:ext cx="4800600" cy="21336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D698699-B02F-4715-A9E9-7B60658A3A54}"/>
              </a:ext>
            </a:extLst>
          </p:cNvPr>
          <p:cNvSpPr/>
          <p:nvPr/>
        </p:nvSpPr>
        <p:spPr>
          <a:xfrm>
            <a:off x="1524000" y="2869324"/>
            <a:ext cx="1629103" cy="29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19F67B7-E935-4C7F-B5A3-1E931B53B3D1}"/>
              </a:ext>
            </a:extLst>
          </p:cNvPr>
          <p:cNvSpPr/>
          <p:nvPr/>
        </p:nvSpPr>
        <p:spPr>
          <a:xfrm>
            <a:off x="935898" y="4115851"/>
            <a:ext cx="1481003" cy="323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6B639A-E90F-45EF-8406-889177A0ECF9}"/>
              </a:ext>
            </a:extLst>
          </p:cNvPr>
          <p:cNvSpPr txBox="1"/>
          <p:nvPr/>
        </p:nvSpPr>
        <p:spPr>
          <a:xfrm>
            <a:off x="6309626" y="1442009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effectLst/>
                <a:latin typeface="+mj-lt"/>
              </a:rPr>
              <a:t>REPLICATE()</a:t>
            </a:r>
            <a:r>
              <a:rPr lang="pt-BR" b="1" i="0" dirty="0">
                <a:effectLst/>
                <a:latin typeface="+mj-lt"/>
              </a:rPr>
              <a:t> é usada para repetir N vezes uma sequência de caracteres especificado.</a:t>
            </a:r>
            <a:endParaRPr lang="pt-BR" b="1" dirty="0">
              <a:latin typeface="+mj-lt"/>
            </a:endParaRP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30782025-529F-4129-84AD-F347AA5A59CE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5400000" flipH="1" flipV="1">
            <a:off x="3624869" y="478858"/>
            <a:ext cx="1398439" cy="3971074"/>
          </a:xfrm>
          <a:prstGeom prst="bentConnector4">
            <a:avLst>
              <a:gd name="adj1" fmla="val -16347"/>
              <a:gd name="adj2" fmla="val -5031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A8FCB360-6F70-4D03-9C88-A75DD42BFCD9}"/>
              </a:ext>
            </a:extLst>
          </p:cNvPr>
          <p:cNvSpPr/>
          <p:nvPr/>
        </p:nvSpPr>
        <p:spPr>
          <a:xfrm>
            <a:off x="1672100" y="2414274"/>
            <a:ext cx="3633325" cy="323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984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latin typeface="+mj-lt"/>
                <a:ea typeface="+mj-ea"/>
                <a:cs typeface="+mj-cs"/>
              </a:rPr>
              <a:t>FUNÇÃO SPACE()</a:t>
            </a:r>
          </a:p>
        </p:txBody>
      </p:sp>
      <p:sp>
        <p:nvSpPr>
          <p:cNvPr id="8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76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38827AA-9EF8-4A52-BB3C-C5D83A60B4CC}"/>
              </a:ext>
            </a:extLst>
          </p:cNvPr>
          <p:cNvSpPr txBox="1"/>
          <p:nvPr/>
        </p:nvSpPr>
        <p:spPr>
          <a:xfrm>
            <a:off x="4623701" y="5982498"/>
            <a:ext cx="491961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-- # Sintaxe da Função SPACE() </a:t>
            </a:r>
          </a:p>
          <a:p>
            <a:pPr algn="ctr"/>
            <a:r>
              <a:rPr lang="pt-BR" b="1" i="0" dirty="0">
                <a:effectLst/>
                <a:latin typeface="+mj-lt"/>
              </a:rPr>
              <a:t>SPACE ( </a:t>
            </a:r>
            <a:r>
              <a:rPr lang="pt-BR" b="1" i="0" dirty="0" err="1">
                <a:effectLst/>
                <a:latin typeface="+mj-lt"/>
              </a:rPr>
              <a:t>integer_expression</a:t>
            </a:r>
            <a:r>
              <a:rPr lang="pt-BR" b="1" i="0" dirty="0">
                <a:effectLst/>
                <a:latin typeface="+mj-lt"/>
              </a:rPr>
              <a:t> )</a:t>
            </a:r>
            <a:endParaRPr lang="pt-BR" b="1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773584-6C5D-4DCE-832E-4C58F29025DD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SPACE()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4419F7-8B6C-4A9C-BB38-9C318ECF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6" y="1979784"/>
            <a:ext cx="4286250" cy="2286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D2A0620-12CE-4CF9-A50D-530667F5C1DA}"/>
              </a:ext>
            </a:extLst>
          </p:cNvPr>
          <p:cNvSpPr/>
          <p:nvPr/>
        </p:nvSpPr>
        <p:spPr>
          <a:xfrm>
            <a:off x="7648575" y="876300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Variáveis que serão concatenadas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E722EB0-D7BC-45B5-AA7D-AC9335E41A2B}"/>
              </a:ext>
            </a:extLst>
          </p:cNvPr>
          <p:cNvSpPr/>
          <p:nvPr/>
        </p:nvSpPr>
        <p:spPr>
          <a:xfrm>
            <a:off x="7648575" y="2406212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Chamada da função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44EDEE-EDCB-4E3F-ABCB-3E08843FC042}"/>
              </a:ext>
            </a:extLst>
          </p:cNvPr>
          <p:cNvSpPr/>
          <p:nvPr/>
        </p:nvSpPr>
        <p:spPr>
          <a:xfrm>
            <a:off x="7648574" y="3930897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Retorno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477D8CF0-F327-44DA-A400-A42AA39FEDAA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43426" y="1266825"/>
            <a:ext cx="3105149" cy="10029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FF5C269-C901-4E7D-B132-018C1C69CF99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058294" y="2796737"/>
            <a:ext cx="4590281" cy="791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EC12FA0A-0044-40B1-BE6C-182BBFA0F83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800350" y="4078962"/>
            <a:ext cx="4848224" cy="2424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842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latin typeface="+mj-lt"/>
                <a:ea typeface="+mj-ea"/>
                <a:cs typeface="+mj-cs"/>
              </a:rPr>
              <a:t>FUNÇÃO CONCAT()</a:t>
            </a:r>
          </a:p>
        </p:txBody>
      </p:sp>
      <p:sp>
        <p:nvSpPr>
          <p:cNvPr id="8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0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AA2E52-DA03-4AC6-9D99-F569A8E46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81" y="1413454"/>
            <a:ext cx="6581775" cy="29146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0368E53-9E9D-4014-B1EA-FDC7372B050F}"/>
              </a:ext>
            </a:extLst>
          </p:cNvPr>
          <p:cNvSpPr txBox="1"/>
          <p:nvPr/>
        </p:nvSpPr>
        <p:spPr>
          <a:xfrm>
            <a:off x="335181" y="5061134"/>
            <a:ext cx="517889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Função disponível a partir da versão 2012 ou em versões posteriores.</a:t>
            </a:r>
            <a:endParaRPr lang="pt-BR" b="1" dirty="0"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0168F5-D9A2-46A9-ACE2-58D219506848}"/>
              </a:ext>
            </a:extLst>
          </p:cNvPr>
          <p:cNvSpPr txBox="1"/>
          <p:nvPr/>
        </p:nvSpPr>
        <p:spPr>
          <a:xfrm>
            <a:off x="3171825" y="6055742"/>
            <a:ext cx="517889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-- # Sintaxe da Função CONCAT() </a:t>
            </a:r>
          </a:p>
          <a:p>
            <a:pPr algn="ctr"/>
            <a:r>
              <a:rPr lang="pt-BR" b="1" i="0" dirty="0">
                <a:effectLst/>
                <a:latin typeface="+mj-lt"/>
              </a:rPr>
              <a:t>CONCAT(string_value1,string_value2 [, </a:t>
            </a:r>
            <a:r>
              <a:rPr lang="pt-BR" b="1" i="0" dirty="0" err="1">
                <a:effectLst/>
                <a:latin typeface="+mj-lt"/>
              </a:rPr>
              <a:t>string_valueN</a:t>
            </a:r>
            <a:r>
              <a:rPr lang="pt-BR" b="1" i="0" dirty="0">
                <a:effectLst/>
                <a:latin typeface="+mj-lt"/>
              </a:rPr>
              <a:t> ])</a:t>
            </a:r>
            <a:endParaRPr lang="pt-BR" b="1" dirty="0">
              <a:latin typeface="+mj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922A3D-12CB-4C7A-B914-3C610DEC39CE}"/>
              </a:ext>
            </a:extLst>
          </p:cNvPr>
          <p:cNvSpPr txBox="1"/>
          <p:nvPr/>
        </p:nvSpPr>
        <p:spPr>
          <a:xfrm>
            <a:off x="5991226" y="5055574"/>
            <a:ext cx="5978990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A função </a:t>
            </a:r>
            <a:r>
              <a:rPr lang="pt-BR" b="1" i="1" dirty="0">
                <a:effectLst/>
                <a:latin typeface="+mj-lt"/>
              </a:rPr>
              <a:t>CONCAT()</a:t>
            </a:r>
            <a:r>
              <a:rPr lang="pt-BR" b="1" i="0" dirty="0">
                <a:effectLst/>
                <a:latin typeface="+mj-lt"/>
              </a:rPr>
              <a:t> é mais simples de ser utilizada do que o operador de concatenação (+)</a:t>
            </a:r>
            <a:endParaRPr lang="pt-BR" b="1" dirty="0">
              <a:latin typeface="+mj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65F70D-F285-46FE-97B2-8F0C23FC21AA}"/>
              </a:ext>
            </a:extLst>
          </p:cNvPr>
          <p:cNvSpPr/>
          <p:nvPr/>
        </p:nvSpPr>
        <p:spPr>
          <a:xfrm>
            <a:off x="7648575" y="876300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Variáveis que serão concatenadas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34B86D-CD2E-4924-963F-02F338AEAFCC}"/>
              </a:ext>
            </a:extLst>
          </p:cNvPr>
          <p:cNvSpPr/>
          <p:nvPr/>
        </p:nvSpPr>
        <p:spPr>
          <a:xfrm>
            <a:off x="7648575" y="2406212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Chamada da função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07CB181-09A1-4D9B-956A-66FDD654B0A3}"/>
              </a:ext>
            </a:extLst>
          </p:cNvPr>
          <p:cNvSpPr/>
          <p:nvPr/>
        </p:nvSpPr>
        <p:spPr>
          <a:xfrm>
            <a:off x="7648574" y="3930897"/>
            <a:ext cx="3629025" cy="781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Retorno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40AE0C0-AD2F-4625-B809-CC8E35C87418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476750" y="1266825"/>
            <a:ext cx="3171825" cy="59343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7E3F144-6327-4F73-8934-27B08BDDEE4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281487" y="2796737"/>
            <a:ext cx="33670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817BC49-DD92-421C-8D17-C4BD5DEE1AC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638675" y="3930897"/>
            <a:ext cx="3009899" cy="3905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04A8C60-CA37-4854-BE8B-8720FB6DC9F7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NULLIF()</a:t>
            </a:r>
          </a:p>
        </p:txBody>
      </p:sp>
    </p:spTree>
    <p:extLst>
      <p:ext uri="{BB962C8B-B14F-4D97-AF65-F5344CB8AC3E}">
        <p14:creationId xmlns:p14="http://schemas.microsoft.com/office/powerpoint/2010/main" val="359001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C6DDFDE-95D9-4AA4-B5BC-F98B03CF01E3}"/>
              </a:ext>
            </a:extLst>
          </p:cNvPr>
          <p:cNvSpPr txBox="1"/>
          <p:nvPr/>
        </p:nvSpPr>
        <p:spPr>
          <a:xfrm>
            <a:off x="321980" y="248083"/>
            <a:ext cx="517889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effectLst/>
                <a:latin typeface="+mj-lt"/>
              </a:rPr>
              <a:t>Notas Importantes sobre a função CONCAT()</a:t>
            </a:r>
            <a:endParaRPr lang="pt-BR" b="1" dirty="0">
              <a:latin typeface="+mj-l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3B9256C-227A-4DCB-B507-6012FC67A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3" y="865488"/>
            <a:ext cx="3814762" cy="214714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3D70AEA-785A-4F93-B7CB-C9C2E8FEC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3" y="4042690"/>
            <a:ext cx="3814762" cy="1994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5B94D4-9B84-4421-AC67-016176079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340" y="3340164"/>
            <a:ext cx="5216814" cy="169965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0331A4D-8A71-447D-85DB-F6634DE4B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460" y="5313228"/>
            <a:ext cx="2692752" cy="1418647"/>
          </a:xfrm>
          <a:prstGeom prst="rect">
            <a:avLst/>
          </a:prstGeom>
        </p:spPr>
      </p:pic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0300BEB8-2926-493D-A1ED-44A6AEF2386D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H="1" flipV="1">
            <a:off x="5631340" y="4189990"/>
            <a:ext cx="2520120" cy="1832562"/>
          </a:xfrm>
          <a:prstGeom prst="bentConnector3">
            <a:avLst>
              <a:gd name="adj1" fmla="val -907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353126AF-450A-4AB0-9396-D3548D702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8539" y="1171575"/>
            <a:ext cx="2717334" cy="160647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5ECA404-9E1D-46D0-B0C2-7DA3D29911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4964" y="1171575"/>
            <a:ext cx="2747303" cy="1606474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F308D8D1-753A-4E15-9B31-6B83D14043F8}"/>
              </a:ext>
            </a:extLst>
          </p:cNvPr>
          <p:cNvSpPr/>
          <p:nvPr/>
        </p:nvSpPr>
        <p:spPr>
          <a:xfrm>
            <a:off x="8465785" y="1819275"/>
            <a:ext cx="63059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FF34B11-0B47-40FE-803F-BECC72A6C2B4}"/>
              </a:ext>
            </a:extLst>
          </p:cNvPr>
          <p:cNvSpPr/>
          <p:nvPr/>
        </p:nvSpPr>
        <p:spPr>
          <a:xfrm>
            <a:off x="9995465" y="1828800"/>
            <a:ext cx="777309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80359E-93CE-4826-821C-911C47540985}"/>
              </a:ext>
            </a:extLst>
          </p:cNvPr>
          <p:cNvSpPr/>
          <p:nvPr/>
        </p:nvSpPr>
        <p:spPr>
          <a:xfrm>
            <a:off x="9109181" y="5793951"/>
            <a:ext cx="1234969" cy="2286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9EB75FF-457B-4CCF-A393-48BECFCDB862}"/>
              </a:ext>
            </a:extLst>
          </p:cNvPr>
          <p:cNvSpPr/>
          <p:nvPr/>
        </p:nvSpPr>
        <p:spPr>
          <a:xfrm>
            <a:off x="321980" y="6153150"/>
            <a:ext cx="3802345" cy="5227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i="0" dirty="0">
                <a:solidFill>
                  <a:schemeClr val="tx1"/>
                </a:solidFill>
                <a:effectLst/>
                <a:latin typeface="+mj-lt"/>
              </a:rPr>
              <a:t>Ela concatena diferentes tipos de dados sem necessitar de conversão.</a:t>
            </a:r>
            <a:endParaRPr lang="pt-BR" sz="1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5BD42A9-685A-4A16-83C8-A414F8971063}"/>
              </a:ext>
            </a:extLst>
          </p:cNvPr>
          <p:cNvSpPr/>
          <p:nvPr/>
        </p:nvSpPr>
        <p:spPr>
          <a:xfrm>
            <a:off x="309563" y="3128842"/>
            <a:ext cx="3802345" cy="5227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i="0" dirty="0">
                <a:solidFill>
                  <a:schemeClr val="tx1"/>
                </a:solidFill>
                <a:effectLst/>
                <a:latin typeface="+mj-lt"/>
              </a:rPr>
              <a:t>Ela ignora dados nulos</a:t>
            </a:r>
            <a:endParaRPr lang="pt-BR" sz="1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Colchete Esquerdo 29">
            <a:extLst>
              <a:ext uri="{FF2B5EF4-FFF2-40B4-BE49-F238E27FC236}">
                <a16:creationId xmlns:a16="http://schemas.microsoft.com/office/drawing/2014/main" id="{50468A04-D8EC-42F7-971E-BE5E5F3ADEC9}"/>
              </a:ext>
            </a:extLst>
          </p:cNvPr>
          <p:cNvSpPr/>
          <p:nvPr/>
        </p:nvSpPr>
        <p:spPr>
          <a:xfrm>
            <a:off x="4743450" y="847758"/>
            <a:ext cx="387827" cy="5724492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A5E4EEC-5BEF-4967-842B-C085C2A1F72E}"/>
              </a:ext>
            </a:extLst>
          </p:cNvPr>
          <p:cNvSpPr txBox="1"/>
          <p:nvPr/>
        </p:nvSpPr>
        <p:spPr>
          <a:xfrm rot="16200000">
            <a:off x="2534351" y="3492909"/>
            <a:ext cx="4841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FFF00"/>
                </a:solidFill>
                <a:latin typeface="+mj-lt"/>
              </a:rPr>
              <a:t>Utilizando o Sinal “+“ para concatenar colunas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BD23712-0E43-4F43-8E8F-3E510106CA81}"/>
              </a:ext>
            </a:extLst>
          </p:cNvPr>
          <p:cNvSpPr txBox="1"/>
          <p:nvPr/>
        </p:nvSpPr>
        <p:spPr>
          <a:xfrm>
            <a:off x="2600325" y="114897"/>
            <a:ext cx="933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pt-BR" sz="3600" b="0" i="0" dirty="0">
                <a:effectLst/>
                <a:latin typeface="var(--ricos-custom-p-font-family,unset)"/>
              </a:rPr>
              <a:t>FUNÇÃO - NULLIF()</a:t>
            </a:r>
          </a:p>
        </p:txBody>
      </p:sp>
    </p:spTree>
    <p:extLst>
      <p:ext uri="{BB962C8B-B14F-4D97-AF65-F5344CB8AC3E}">
        <p14:creationId xmlns:p14="http://schemas.microsoft.com/office/powerpoint/2010/main" val="662537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46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5179</TotalTime>
  <Words>1024</Words>
  <Application>Microsoft Office PowerPoint</Application>
  <PresentationFormat>Widescreen</PresentationFormat>
  <Paragraphs>137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Impact</vt:lpstr>
      <vt:lpstr>var(--ricos-custom-p-font-family,unset)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3</cp:revision>
  <dcterms:created xsi:type="dcterms:W3CDTF">2022-01-12T22:44:22Z</dcterms:created>
  <dcterms:modified xsi:type="dcterms:W3CDTF">2024-10-25T00:09:27Z</dcterms:modified>
</cp:coreProperties>
</file>