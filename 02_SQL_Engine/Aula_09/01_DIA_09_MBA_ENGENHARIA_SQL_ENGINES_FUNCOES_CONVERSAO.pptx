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362" r:id="rId2"/>
    <p:sldId id="2363" r:id="rId3"/>
    <p:sldId id="2364" r:id="rId4"/>
    <p:sldId id="322" r:id="rId5"/>
    <p:sldId id="287" r:id="rId6"/>
    <p:sldId id="274" r:id="rId7"/>
    <p:sldId id="332" r:id="rId8"/>
    <p:sldId id="339" r:id="rId9"/>
    <p:sldId id="323" r:id="rId10"/>
    <p:sldId id="340" r:id="rId11"/>
    <p:sldId id="333" r:id="rId12"/>
    <p:sldId id="341" r:id="rId13"/>
    <p:sldId id="334" r:id="rId14"/>
    <p:sldId id="335" r:id="rId15"/>
    <p:sldId id="336" r:id="rId16"/>
    <p:sldId id="342" r:id="rId17"/>
    <p:sldId id="337" r:id="rId18"/>
    <p:sldId id="338" r:id="rId19"/>
    <p:sldId id="316" r:id="rId20"/>
    <p:sldId id="343" r:id="rId21"/>
    <p:sldId id="321" r:id="rId22"/>
    <p:sldId id="297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759400-FC5C-4FF0-B1EB-D29BF24CEBE1}" v="56" dt="2022-03-02T22:48:30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Quintella" userId="0401f16030b3bbcc" providerId="LiveId" clId="{81B8DDE7-6189-48B7-8234-8A7156E83D99}"/>
    <pc:docChg chg="undo redo custSel addSld delSld modSld">
      <pc:chgData name="Gabriel Quintella" userId="0401f16030b3bbcc" providerId="LiveId" clId="{81B8DDE7-6189-48B7-8234-8A7156E83D99}" dt="2022-02-14T04:59:28.991" v="1194" actId="2696"/>
      <pc:docMkLst>
        <pc:docMk/>
      </pc:docMkLst>
      <pc:sldChg chg="addSp delSp modSp mod setBg modAnim setClrOvrMap">
        <pc:chgData name="Gabriel Quintella" userId="0401f16030b3bbcc" providerId="LiveId" clId="{81B8DDE7-6189-48B7-8234-8A7156E83D99}" dt="2022-02-14T04:41:04.415" v="1065" actId="114"/>
        <pc:sldMkLst>
          <pc:docMk/>
          <pc:sldMk cId="214360441" sldId="274"/>
        </pc:sldMkLst>
        <pc:spChg chg="mod">
          <ac:chgData name="Gabriel Quintella" userId="0401f16030b3bbcc" providerId="LiveId" clId="{81B8DDE7-6189-48B7-8234-8A7156E83D99}" dt="2022-02-14T04:40:03.526" v="1053" actId="26606"/>
          <ac:spMkLst>
            <pc:docMk/>
            <pc:sldMk cId="214360441" sldId="274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4:41:04.415" v="1065" actId="114"/>
          <ac:spMkLst>
            <pc:docMk/>
            <pc:sldMk cId="214360441" sldId="274"/>
            <ac:spMk id="3" creationId="{BD195509-717A-46FB-B99F-6404C6E20256}"/>
          </ac:spMkLst>
        </pc:spChg>
        <pc:spChg chg="add del">
          <ac:chgData name="Gabriel Quintella" userId="0401f16030b3bbcc" providerId="LiveId" clId="{81B8DDE7-6189-48B7-8234-8A7156E83D99}" dt="2022-02-14T04:40:03.526" v="1053" actId="26606"/>
          <ac:spMkLst>
            <pc:docMk/>
            <pc:sldMk cId="214360441" sldId="274"/>
            <ac:spMk id="16" creationId="{E49CC64F-7275-4E33-961B-0C5CDC439875}"/>
          </ac:spMkLst>
        </pc:spChg>
        <pc:spChg chg="add del">
          <ac:chgData name="Gabriel Quintella" userId="0401f16030b3bbcc" providerId="LiveId" clId="{81B8DDE7-6189-48B7-8234-8A7156E83D99}" dt="2022-02-14T04:40:03.526" v="1052" actId="26606"/>
          <ac:spMkLst>
            <pc:docMk/>
            <pc:sldMk cId="214360441" sldId="274"/>
            <ac:spMk id="21" creationId="{D009D6D5-DAC2-4A8B-A17A-E206B9012D09}"/>
          </ac:spMkLst>
        </pc:spChg>
        <pc:spChg chg="add">
          <ac:chgData name="Gabriel Quintella" userId="0401f16030b3bbcc" providerId="LiveId" clId="{81B8DDE7-6189-48B7-8234-8A7156E83D99}" dt="2022-02-14T04:40:03.526" v="1053" actId="26606"/>
          <ac:spMkLst>
            <pc:docMk/>
            <pc:sldMk cId="214360441" sldId="274"/>
            <ac:spMk id="23" creationId="{79BB35BC-D5C2-4C8B-A22A-A71E6191913B}"/>
          </ac:spMkLst>
        </pc:spChg>
        <pc:picChg chg="mod ord">
          <ac:chgData name="Gabriel Quintella" userId="0401f16030b3bbcc" providerId="LiveId" clId="{81B8DDE7-6189-48B7-8234-8A7156E83D99}" dt="2022-02-14T04:40:03.526" v="1053" actId="26606"/>
          <ac:picMkLst>
            <pc:docMk/>
            <pc:sldMk cId="214360441" sldId="274"/>
            <ac:picMk id="4" creationId="{8FBED80D-7006-4868-BD2E-0119D360BC36}"/>
          </ac:picMkLst>
        </pc:picChg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699139359" sldId="280"/>
        </pc:sldMkLst>
      </pc:sldChg>
      <pc:sldChg chg="modSp mod">
        <pc:chgData name="Gabriel Quintella" userId="0401f16030b3bbcc" providerId="LiveId" clId="{81B8DDE7-6189-48B7-8234-8A7156E83D99}" dt="2022-02-14T02:54:10.418" v="11" actId="20577"/>
        <pc:sldMkLst>
          <pc:docMk/>
          <pc:sldMk cId="1655760290" sldId="286"/>
        </pc:sldMkLst>
        <pc:spChg chg="mod">
          <ac:chgData name="Gabriel Quintella" userId="0401f16030b3bbcc" providerId="LiveId" clId="{81B8DDE7-6189-48B7-8234-8A7156E83D99}" dt="2022-02-14T02:54:10.418" v="11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addSp delSp modSp mod setBg modAnim">
        <pc:chgData name="Gabriel Quintella" userId="0401f16030b3bbcc" providerId="LiveId" clId="{81B8DDE7-6189-48B7-8234-8A7156E83D99}" dt="2022-02-14T04:49:55.996" v="1124"/>
        <pc:sldMkLst>
          <pc:docMk/>
          <pc:sldMk cId="2687159608" sldId="287"/>
        </pc:sldMkLst>
        <pc:spChg chg="mod ord">
          <ac:chgData name="Gabriel Quintella" userId="0401f16030b3bbcc" providerId="LiveId" clId="{81B8DDE7-6189-48B7-8234-8A7156E83D99}" dt="2022-02-14T04:46:13.848" v="1103" actId="1076"/>
          <ac:spMkLst>
            <pc:docMk/>
            <pc:sldMk cId="2687159608" sldId="287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4:40:12.364" v="1054" actId="26606"/>
          <ac:spMkLst>
            <pc:docMk/>
            <pc:sldMk cId="2687159608" sldId="287"/>
            <ac:spMk id="5" creationId="{F8932E9D-A238-4B0B-A5C6-DE18B28A5BBF}"/>
          </ac:spMkLst>
        </pc:spChg>
        <pc:spChg chg="del">
          <ac:chgData name="Gabriel Quintella" userId="0401f16030b3bbcc" providerId="LiveId" clId="{81B8DDE7-6189-48B7-8234-8A7156E83D99}" dt="2022-02-14T04:40:12.364" v="1054" actId="26606"/>
          <ac:spMkLst>
            <pc:docMk/>
            <pc:sldMk cId="2687159608" sldId="287"/>
            <ac:spMk id="6" creationId="{E49CC64F-7275-4E33-961B-0C5CDC439875}"/>
          </ac:spMkLst>
        </pc:spChg>
        <pc:spChg chg="add">
          <ac:chgData name="Gabriel Quintella" userId="0401f16030b3bbcc" providerId="LiveId" clId="{81B8DDE7-6189-48B7-8234-8A7156E83D99}" dt="2022-02-14T04:40:12.364" v="1054" actId="26606"/>
          <ac:spMkLst>
            <pc:docMk/>
            <pc:sldMk cId="2687159608" sldId="287"/>
            <ac:spMk id="11" creationId="{79BB35BC-D5C2-4C8B-A22A-A71E6191913B}"/>
          </ac:spMkLst>
        </pc:spChg>
        <pc:picChg chg="mod ord">
          <ac:chgData name="Gabriel Quintella" userId="0401f16030b3bbcc" providerId="LiveId" clId="{81B8DDE7-6189-48B7-8234-8A7156E83D99}" dt="2022-02-14T04:49:55.077" v="1123" actId="207"/>
          <ac:picMkLst>
            <pc:docMk/>
            <pc:sldMk cId="2687159608" sldId="287"/>
            <ac:picMk id="4" creationId="{8FBED80D-7006-4868-BD2E-0119D360BC36}"/>
          </ac:picMkLst>
        </pc:picChg>
        <pc:picChg chg="add mod">
          <ac:chgData name="Gabriel Quintella" userId="0401f16030b3bbcc" providerId="LiveId" clId="{81B8DDE7-6189-48B7-8234-8A7156E83D99}" dt="2022-02-14T04:46:16.916" v="1104" actId="1076"/>
          <ac:picMkLst>
            <pc:docMk/>
            <pc:sldMk cId="2687159608" sldId="287"/>
            <ac:picMk id="1026" creationId="{0C021BBD-CB49-4F75-B78E-D80492D07383}"/>
          </ac:picMkLst>
        </pc:picChg>
        <pc:picChg chg="add del">
          <ac:chgData name="Gabriel Quintella" userId="0401f16030b3bbcc" providerId="LiveId" clId="{81B8DDE7-6189-48B7-8234-8A7156E83D99}" dt="2022-02-14T04:48:02.909" v="1108"/>
          <ac:picMkLst>
            <pc:docMk/>
            <pc:sldMk cId="2687159608" sldId="287"/>
            <ac:picMk id="1028" creationId="{E52C697F-7CF2-46B1-BF52-24DDCAF236A5}"/>
          </ac:picMkLst>
        </pc:picChg>
        <pc:picChg chg="add del">
          <ac:chgData name="Gabriel Quintella" userId="0401f16030b3bbcc" providerId="LiveId" clId="{81B8DDE7-6189-48B7-8234-8A7156E83D99}" dt="2022-02-14T04:48:31.618" v="1110"/>
          <ac:picMkLst>
            <pc:docMk/>
            <pc:sldMk cId="2687159608" sldId="287"/>
            <ac:picMk id="1030" creationId="{6B8CE760-5ACC-418D-967F-C0A937F5C669}"/>
          </ac:picMkLst>
        </pc:picChg>
        <pc:picChg chg="add del mod">
          <ac:chgData name="Gabriel Quintella" userId="0401f16030b3bbcc" providerId="LiveId" clId="{81B8DDE7-6189-48B7-8234-8A7156E83D99}" dt="2022-02-14T04:49:55.996" v="1124"/>
          <ac:picMkLst>
            <pc:docMk/>
            <pc:sldMk cId="2687159608" sldId="287"/>
            <ac:picMk id="1032" creationId="{C381FB03-B5A5-46D0-B63D-6D3FACB5E221}"/>
          </ac:picMkLst>
        </pc:picChg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3602483249" sldId="310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400697358" sldId="311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3898195634" sldId="317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4287416337" sldId="318"/>
        </pc:sldMkLst>
      </pc:sldChg>
      <pc:sldChg chg="addSp delSp modSp mod setBg addAnim delAnim modAnim">
        <pc:chgData name="Gabriel Quintella" userId="0401f16030b3bbcc" providerId="LiveId" clId="{81B8DDE7-6189-48B7-8234-8A7156E83D99}" dt="2022-02-14T04:57:26.683" v="1166" actId="20577"/>
        <pc:sldMkLst>
          <pc:docMk/>
          <pc:sldMk cId="1643912254" sldId="323"/>
        </pc:sldMkLst>
        <pc:spChg chg="mod ord">
          <ac:chgData name="Gabriel Quintella" userId="0401f16030b3bbcc" providerId="LiveId" clId="{81B8DDE7-6189-48B7-8234-8A7156E83D99}" dt="2022-02-14T04:41:44.008" v="1070" actId="255"/>
          <ac:spMkLst>
            <pc:docMk/>
            <pc:sldMk cId="1643912254" sldId="323"/>
            <ac:spMk id="2" creationId="{A22A48B3-5314-4374-A82C-5EA1D94D2747}"/>
          </ac:spMkLst>
        </pc:spChg>
        <pc:spChg chg="add mod">
          <ac:chgData name="Gabriel Quintella" userId="0401f16030b3bbcc" providerId="LiveId" clId="{81B8DDE7-6189-48B7-8234-8A7156E83D99}" dt="2022-02-14T04:44:25.813" v="1096" actId="1037"/>
          <ac:spMkLst>
            <pc:docMk/>
            <pc:sldMk cId="1643912254" sldId="323"/>
            <ac:spMk id="3" creationId="{B8F68164-2C49-4B8E-A359-A5E0D3D94474}"/>
          </ac:spMkLst>
        </pc:spChg>
        <pc:spChg chg="add mod">
          <ac:chgData name="Gabriel Quintella" userId="0401f16030b3bbcc" providerId="LiveId" clId="{81B8DDE7-6189-48B7-8234-8A7156E83D99}" dt="2022-02-14T03:11:48.452" v="273" actId="14100"/>
          <ac:spMkLst>
            <pc:docMk/>
            <pc:sldMk cId="1643912254" sldId="323"/>
            <ac:spMk id="5" creationId="{6B97D227-FFAD-4803-8347-16B7431A4CC7}"/>
          </ac:spMkLst>
        </pc:spChg>
        <pc:spChg chg="add mod">
          <ac:chgData name="Gabriel Quintella" userId="0401f16030b3bbcc" providerId="LiveId" clId="{81B8DDE7-6189-48B7-8234-8A7156E83D99}" dt="2022-02-14T04:44:47.138" v="1097" actId="20577"/>
          <ac:spMkLst>
            <pc:docMk/>
            <pc:sldMk cId="1643912254" sldId="323"/>
            <ac:spMk id="6" creationId="{5AD4DEEF-53A7-4824-9F4A-B904C6DFB276}"/>
          </ac:spMkLst>
        </pc:spChg>
        <pc:spChg chg="add mod">
          <ac:chgData name="Gabriel Quintella" userId="0401f16030b3bbcc" providerId="LiveId" clId="{81B8DDE7-6189-48B7-8234-8A7156E83D99}" dt="2022-02-14T04:57:26.683" v="1166" actId="20577"/>
          <ac:spMkLst>
            <pc:docMk/>
            <pc:sldMk cId="1643912254" sldId="323"/>
            <ac:spMk id="7" creationId="{A54FF2E4-E4F1-4A56-9AE0-F4422EA2D43E}"/>
          </ac:spMkLst>
        </pc:spChg>
        <pc:spChg chg="add mod">
          <ac:chgData name="Gabriel Quintella" userId="0401f16030b3bbcc" providerId="LiveId" clId="{81B8DDE7-6189-48B7-8234-8A7156E83D99}" dt="2022-02-14T03:09:47.570" v="263" actId="1076"/>
          <ac:spMkLst>
            <pc:docMk/>
            <pc:sldMk cId="1643912254" sldId="323"/>
            <ac:spMk id="8" creationId="{FF2F8BD4-4B47-4F6A-985C-164F61C709AF}"/>
          </ac:spMkLst>
        </pc:spChg>
        <pc:spChg chg="add del">
          <ac:chgData name="Gabriel Quintella" userId="0401f16030b3bbcc" providerId="LiveId" clId="{81B8DDE7-6189-48B7-8234-8A7156E83D99}" dt="2022-02-14T03:02:09.306" v="205" actId="26606"/>
          <ac:spMkLst>
            <pc:docMk/>
            <pc:sldMk cId="1643912254" sldId="323"/>
            <ac:spMk id="9" creationId="{E49CC64F-7275-4E33-961B-0C5CDC439875}"/>
          </ac:spMkLst>
        </pc:spChg>
        <pc:spChg chg="add del mod">
          <ac:chgData name="Gabriel Quintella" userId="0401f16030b3bbcc" providerId="LiveId" clId="{81B8DDE7-6189-48B7-8234-8A7156E83D99}" dt="2022-02-14T03:10:22.309" v="267" actId="478"/>
          <ac:spMkLst>
            <pc:docMk/>
            <pc:sldMk cId="1643912254" sldId="323"/>
            <ac:spMk id="10" creationId="{9325FADA-EAD2-4123-B8BB-99E989E4890C}"/>
          </ac:spMkLst>
        </pc:spChg>
        <pc:spChg chg="add mod">
          <ac:chgData name="Gabriel Quintella" userId="0401f16030b3bbcc" providerId="LiveId" clId="{81B8DDE7-6189-48B7-8234-8A7156E83D99}" dt="2022-02-14T04:42:35.900" v="1079" actId="14100"/>
          <ac:spMkLst>
            <pc:docMk/>
            <pc:sldMk cId="1643912254" sldId="323"/>
            <ac:spMk id="11" creationId="{A8C5C7E4-AD3D-4F23-BAA7-6E836B4528AF}"/>
          </ac:spMkLst>
        </pc:spChg>
        <pc:spChg chg="add mod">
          <ac:chgData name="Gabriel Quintella" userId="0401f16030b3bbcc" providerId="LiveId" clId="{81B8DDE7-6189-48B7-8234-8A7156E83D99}" dt="2022-02-14T04:43:56.086" v="1092" actId="1035"/>
          <ac:spMkLst>
            <pc:docMk/>
            <pc:sldMk cId="1643912254" sldId="323"/>
            <ac:spMk id="12" creationId="{34E384DD-EBA4-4394-BD95-97F5BB576D1F}"/>
          </ac:spMkLst>
        </pc:spChg>
        <pc:spChg chg="add del">
          <ac:chgData name="Gabriel Quintella" userId="0401f16030b3bbcc" providerId="LiveId" clId="{81B8DDE7-6189-48B7-8234-8A7156E83D99}" dt="2022-02-14T03:02:09.301" v="204" actId="26606"/>
          <ac:spMkLst>
            <pc:docMk/>
            <pc:sldMk cId="1643912254" sldId="323"/>
            <ac:spMk id="14" creationId="{8F23F8A3-8FD7-4779-8323-FDC26BE99889}"/>
          </ac:spMkLst>
        </pc:spChg>
        <pc:spChg chg="add del">
          <ac:chgData name="Gabriel Quintella" userId="0401f16030b3bbcc" providerId="LiveId" clId="{81B8DDE7-6189-48B7-8234-8A7156E83D99}" dt="2022-02-14T03:02:09.301" v="204" actId="26606"/>
          <ac:spMkLst>
            <pc:docMk/>
            <pc:sldMk cId="1643912254" sldId="323"/>
            <ac:spMk id="16" creationId="{F605C4CC-A25C-416F-8333-7CB7DC97D870}"/>
          </ac:spMkLst>
        </pc:spChg>
        <pc:spChg chg="add">
          <ac:chgData name="Gabriel Quintella" userId="0401f16030b3bbcc" providerId="LiveId" clId="{81B8DDE7-6189-48B7-8234-8A7156E83D99}" dt="2022-02-14T03:02:09.306" v="205" actId="26606"/>
          <ac:spMkLst>
            <pc:docMk/>
            <pc:sldMk cId="1643912254" sldId="323"/>
            <ac:spMk id="18" creationId="{79BB35BC-D5C2-4C8B-A22A-A71E6191913B}"/>
          </ac:spMkLst>
        </pc:spChg>
        <pc:spChg chg="add mod">
          <ac:chgData name="Gabriel Quintella" userId="0401f16030b3bbcc" providerId="LiveId" clId="{81B8DDE7-6189-48B7-8234-8A7156E83D99}" dt="2022-02-14T03:49:06.490" v="811" actId="20577"/>
          <ac:spMkLst>
            <pc:docMk/>
            <pc:sldMk cId="1643912254" sldId="323"/>
            <ac:spMk id="26" creationId="{E4E70335-9F22-4C80-A468-C2F44CE8FA2E}"/>
          </ac:spMkLst>
        </pc:spChg>
        <pc:picChg chg="mod ord">
          <ac:chgData name="Gabriel Quintella" userId="0401f16030b3bbcc" providerId="LiveId" clId="{81B8DDE7-6189-48B7-8234-8A7156E83D99}" dt="2022-02-14T03:02:09.306" v="205" actId="26606"/>
          <ac:picMkLst>
            <pc:docMk/>
            <pc:sldMk cId="1643912254" sldId="323"/>
            <ac:picMk id="4" creationId="{8FBED80D-7006-4868-BD2E-0119D360BC36}"/>
          </ac:picMkLst>
        </pc:picChg>
        <pc:cxnChg chg="add del mod">
          <ac:chgData name="Gabriel Quintella" userId="0401f16030b3bbcc" providerId="LiveId" clId="{81B8DDE7-6189-48B7-8234-8A7156E83D99}" dt="2022-02-14T04:44:25.813" v="1096" actId="1037"/>
          <ac:cxnSpMkLst>
            <pc:docMk/>
            <pc:sldMk cId="1643912254" sldId="323"/>
            <ac:cxnSpMk id="15" creationId="{DC7CFEFA-2156-41B0-A3F8-26A0AA83731F}"/>
          </ac:cxnSpMkLst>
        </pc:cxnChg>
        <pc:cxnChg chg="add del mod">
          <ac:chgData name="Gabriel Quintella" userId="0401f16030b3bbcc" providerId="LiveId" clId="{81B8DDE7-6189-48B7-8234-8A7156E83D99}" dt="2022-02-14T03:09:21.025" v="259" actId="478"/>
          <ac:cxnSpMkLst>
            <pc:docMk/>
            <pc:sldMk cId="1643912254" sldId="323"/>
            <ac:cxnSpMk id="21" creationId="{675F77A7-44E9-44D9-A7DD-9F1B744499D8}"/>
          </ac:cxnSpMkLst>
        </pc:cxnChg>
        <pc:cxnChg chg="add mod">
          <ac:chgData name="Gabriel Quintella" userId="0401f16030b3bbcc" providerId="LiveId" clId="{81B8DDE7-6189-48B7-8234-8A7156E83D99}" dt="2022-02-14T04:42:35.900" v="1079" actId="14100"/>
          <ac:cxnSpMkLst>
            <pc:docMk/>
            <pc:sldMk cId="1643912254" sldId="323"/>
            <ac:cxnSpMk id="23" creationId="{D82865C9-AACA-4D89-9090-826CBF8532D9}"/>
          </ac:cxnSpMkLst>
        </pc:cxnChg>
        <pc:cxnChg chg="add mod">
          <ac:chgData name="Gabriel Quintella" userId="0401f16030b3bbcc" providerId="LiveId" clId="{81B8DDE7-6189-48B7-8234-8A7156E83D99}" dt="2022-02-14T04:43:56.086" v="1092" actId="1035"/>
          <ac:cxnSpMkLst>
            <pc:docMk/>
            <pc:sldMk cId="1643912254" sldId="323"/>
            <ac:cxnSpMk id="25" creationId="{C9922ED9-6769-4F1C-8375-30E8186FC217}"/>
          </ac:cxnSpMkLst>
        </pc:cxnChg>
        <pc:cxnChg chg="add del mod">
          <ac:chgData name="Gabriel Quintella" userId="0401f16030b3bbcc" providerId="LiveId" clId="{81B8DDE7-6189-48B7-8234-8A7156E83D99}" dt="2022-02-14T04:42:53.700" v="1083" actId="11529"/>
          <ac:cxnSpMkLst>
            <pc:docMk/>
            <pc:sldMk cId="1643912254" sldId="323"/>
            <ac:cxnSpMk id="39" creationId="{2E6A1577-5B5A-4555-82A1-A3B3D50E84C1}"/>
          </ac:cxnSpMkLst>
        </pc:cxnChg>
        <pc:cxnChg chg="add del mod">
          <ac:chgData name="Gabriel Quintella" userId="0401f16030b3bbcc" providerId="LiveId" clId="{81B8DDE7-6189-48B7-8234-8A7156E83D99}" dt="2022-02-14T04:43:24.433" v="1087" actId="11529"/>
          <ac:cxnSpMkLst>
            <pc:docMk/>
            <pc:sldMk cId="1643912254" sldId="323"/>
            <ac:cxnSpMk id="41" creationId="{DF98B324-2465-4E1C-A73F-420C172DD70F}"/>
          </ac:cxnSpMkLst>
        </pc:cxnChg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3716902256" sldId="324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965782931" sldId="325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2836536046" sldId="326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2045008225" sldId="327"/>
        </pc:sldMkLst>
      </pc:sldChg>
      <pc:sldChg chg="del">
        <pc:chgData name="Gabriel Quintella" userId="0401f16030b3bbcc" providerId="LiveId" clId="{81B8DDE7-6189-48B7-8234-8A7156E83D99}" dt="2022-02-14T02:56:37.007" v="100" actId="2696"/>
        <pc:sldMkLst>
          <pc:docMk/>
          <pc:sldMk cId="2260188626" sldId="329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928995435" sldId="330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687943365" sldId="331"/>
        </pc:sldMkLst>
      </pc:sldChg>
      <pc:sldChg chg="addSp delSp modSp add mod setBg modAnim delDesignElem">
        <pc:chgData name="Gabriel Quintella" userId="0401f16030b3bbcc" providerId="LiveId" clId="{81B8DDE7-6189-48B7-8234-8A7156E83D99}" dt="2022-02-14T04:56:57.806" v="1158"/>
        <pc:sldMkLst>
          <pc:docMk/>
          <pc:sldMk cId="3566222729" sldId="332"/>
        </pc:sldMkLst>
        <pc:spChg chg="mod">
          <ac:chgData name="Gabriel Quintella" userId="0401f16030b3bbcc" providerId="LiveId" clId="{81B8DDE7-6189-48B7-8234-8A7156E83D99}" dt="2022-02-14T03:42:47.591" v="708" actId="20577"/>
          <ac:spMkLst>
            <pc:docMk/>
            <pc:sldMk cId="3566222729" sldId="332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3:44:39.991" v="778" actId="403"/>
          <ac:spMkLst>
            <pc:docMk/>
            <pc:sldMk cId="3566222729" sldId="332"/>
            <ac:spMk id="3" creationId="{BD195509-717A-46FB-B99F-6404C6E20256}"/>
          </ac:spMkLst>
        </pc:spChg>
        <pc:spChg chg="add mod">
          <ac:chgData name="Gabriel Quintella" userId="0401f16030b3bbcc" providerId="LiveId" clId="{81B8DDE7-6189-48B7-8234-8A7156E83D99}" dt="2022-02-14T04:52:50.843" v="1128" actId="403"/>
          <ac:spMkLst>
            <pc:docMk/>
            <pc:sldMk cId="3566222729" sldId="332"/>
            <ac:spMk id="5" creationId="{694ADCE3-2543-472D-95DD-00E97ED2A9AA}"/>
          </ac:spMkLst>
        </pc:spChg>
        <pc:spChg chg="add del">
          <ac:chgData name="Gabriel Quintella" userId="0401f16030b3bbcc" providerId="LiveId" clId="{81B8DDE7-6189-48B7-8234-8A7156E83D99}" dt="2022-02-14T03:40:03.136" v="528" actId="26606"/>
          <ac:spMkLst>
            <pc:docMk/>
            <pc:sldMk cId="3566222729" sldId="332"/>
            <ac:spMk id="9" creationId="{D009D6D5-DAC2-4A8B-A17A-E206B9012D09}"/>
          </ac:spMkLst>
        </pc:spChg>
        <pc:spChg chg="add del mod">
          <ac:chgData name="Gabriel Quintella" userId="0401f16030b3bbcc" providerId="LiveId" clId="{81B8DDE7-6189-48B7-8234-8A7156E83D99}" dt="2022-02-14T03:45:26.289" v="791" actId="478"/>
          <ac:spMkLst>
            <pc:docMk/>
            <pc:sldMk cId="3566222729" sldId="332"/>
            <ac:spMk id="10" creationId="{66720835-7BB2-43A9-84D9-282604F0A611}"/>
          </ac:spMkLst>
        </pc:spChg>
        <pc:spChg chg="add">
          <ac:chgData name="Gabriel Quintella" userId="0401f16030b3bbcc" providerId="LiveId" clId="{81B8DDE7-6189-48B7-8234-8A7156E83D99}" dt="2022-02-14T03:40:03.151" v="529" actId="26606"/>
          <ac:spMkLst>
            <pc:docMk/>
            <pc:sldMk cId="3566222729" sldId="332"/>
            <ac:spMk id="11" creationId="{3F0B8CEB-8279-4E5E-A0CE-1FC9F71736F2}"/>
          </ac:spMkLst>
        </pc:spChg>
        <pc:spChg chg="add">
          <ac:chgData name="Gabriel Quintella" userId="0401f16030b3bbcc" providerId="LiveId" clId="{81B8DDE7-6189-48B7-8234-8A7156E83D99}" dt="2022-02-14T03:40:03.151" v="529" actId="26606"/>
          <ac:spMkLst>
            <pc:docMk/>
            <pc:sldMk cId="3566222729" sldId="332"/>
            <ac:spMk id="12" creationId="{23E547B5-89CF-4EC0-96DE-25771AED0799}"/>
          </ac:spMkLst>
        </pc:spChg>
        <pc:spChg chg="add mod">
          <ac:chgData name="Gabriel Quintella" userId="0401f16030b3bbcc" providerId="LiveId" clId="{81B8DDE7-6189-48B7-8234-8A7156E83D99}" dt="2022-02-14T03:46:32.090" v="795" actId="1076"/>
          <ac:spMkLst>
            <pc:docMk/>
            <pc:sldMk cId="3566222729" sldId="332"/>
            <ac:spMk id="13" creationId="{74DEB48E-0043-48FF-9B6E-6AFBD964897A}"/>
          </ac:spMkLst>
        </pc:spChg>
        <pc:spChg chg="add mod">
          <ac:chgData name="Gabriel Quintella" userId="0401f16030b3bbcc" providerId="LiveId" clId="{81B8DDE7-6189-48B7-8234-8A7156E83D99}" dt="2022-02-14T03:46:32.090" v="795" actId="1076"/>
          <ac:spMkLst>
            <pc:docMk/>
            <pc:sldMk cId="3566222729" sldId="332"/>
            <ac:spMk id="14" creationId="{4E88B646-1194-49D8-B88E-515B410F4826}"/>
          </ac:spMkLst>
        </pc:spChg>
        <pc:spChg chg="del">
          <ac:chgData name="Gabriel Quintella" userId="0401f16030b3bbcc" providerId="LiveId" clId="{81B8DDE7-6189-48B7-8234-8A7156E83D99}" dt="2022-02-14T03:39:43.224" v="526"/>
          <ac:spMkLst>
            <pc:docMk/>
            <pc:sldMk cId="3566222729" sldId="332"/>
            <ac:spMk id="16" creationId="{E49CC64F-7275-4E33-961B-0C5CDC439875}"/>
          </ac:spMkLst>
        </pc:spChg>
        <pc:spChg chg="add mod">
          <ac:chgData name="Gabriel Quintella" userId="0401f16030b3bbcc" providerId="LiveId" clId="{81B8DDE7-6189-48B7-8234-8A7156E83D99}" dt="2022-02-14T04:56:17.130" v="1143" actId="14100"/>
          <ac:spMkLst>
            <pc:docMk/>
            <pc:sldMk cId="3566222729" sldId="332"/>
            <ac:spMk id="17" creationId="{DBC198FB-8CC9-46C4-9C17-C182514ED690}"/>
          </ac:spMkLst>
        </pc:spChg>
        <pc:spChg chg="add mod">
          <ac:chgData name="Gabriel Quintella" userId="0401f16030b3bbcc" providerId="LiveId" clId="{81B8DDE7-6189-48B7-8234-8A7156E83D99}" dt="2022-02-14T04:56:52.266" v="1157" actId="14100"/>
          <ac:spMkLst>
            <pc:docMk/>
            <pc:sldMk cId="3566222729" sldId="332"/>
            <ac:spMk id="19" creationId="{6FD750F5-3696-4B9B-A5B3-4FE933CA821D}"/>
          </ac:spMkLst>
        </pc:spChg>
        <pc:picChg chg="mod ord">
          <ac:chgData name="Gabriel Quintella" userId="0401f16030b3bbcc" providerId="LiveId" clId="{81B8DDE7-6189-48B7-8234-8A7156E83D99}" dt="2022-02-14T03:40:03.151" v="529" actId="26606"/>
          <ac:picMkLst>
            <pc:docMk/>
            <pc:sldMk cId="3566222729" sldId="332"/>
            <ac:picMk id="4" creationId="{8FBED80D-7006-4868-BD2E-0119D360BC36}"/>
          </ac:picMkLst>
        </pc:picChg>
        <pc:picChg chg="add del">
          <ac:chgData name="Gabriel Quintella" userId="0401f16030b3bbcc" providerId="LiveId" clId="{81B8DDE7-6189-48B7-8234-8A7156E83D99}" dt="2022-02-14T04:51:44.510" v="1126"/>
          <ac:picMkLst>
            <pc:docMk/>
            <pc:sldMk cId="3566222729" sldId="332"/>
            <ac:picMk id="2050" creationId="{54D3C00F-CBC4-4543-B657-8BF809CC5363}"/>
          </ac:picMkLst>
        </pc:picChg>
        <pc:cxnChg chg="add mod">
          <ac:chgData name="Gabriel Quintella" userId="0401f16030b3bbcc" providerId="LiveId" clId="{81B8DDE7-6189-48B7-8234-8A7156E83D99}" dt="2022-02-14T03:47:00.337" v="798" actId="1582"/>
          <ac:cxnSpMkLst>
            <pc:docMk/>
            <pc:sldMk cId="3566222729" sldId="332"/>
            <ac:cxnSpMk id="7" creationId="{57A706B0-F076-4644-85F7-D5D155B2558F}"/>
          </ac:cxnSpMkLst>
        </pc:cxnChg>
        <pc:cxnChg chg="add mod">
          <ac:chgData name="Gabriel Quintella" userId="0401f16030b3bbcc" providerId="LiveId" clId="{81B8DDE7-6189-48B7-8234-8A7156E83D99}" dt="2022-02-14T04:52:50.843" v="1128" actId="403"/>
          <ac:cxnSpMkLst>
            <pc:docMk/>
            <pc:sldMk cId="3566222729" sldId="332"/>
            <ac:cxnSpMk id="15" creationId="{F3C1BF57-BEE6-4090-8E06-FCF594F37940}"/>
          </ac:cxnSpMkLst>
        </pc:cxnChg>
      </pc:sldChg>
      <pc:sldChg chg="addSp delSp modSp add mod setBg delAnim modAnim delDesignElem">
        <pc:chgData name="Gabriel Quintella" userId="0401f16030b3bbcc" providerId="LiveId" clId="{81B8DDE7-6189-48B7-8234-8A7156E83D99}" dt="2022-02-14T04:57:37.151" v="1174" actId="20577"/>
        <pc:sldMkLst>
          <pc:docMk/>
          <pc:sldMk cId="3930380929" sldId="333"/>
        </pc:sldMkLst>
        <pc:spChg chg="mod">
          <ac:chgData name="Gabriel Quintella" userId="0401f16030b3bbcc" providerId="LiveId" clId="{81B8DDE7-6189-48B7-8234-8A7156E83D99}" dt="2022-02-14T03:50:30.293" v="843" actId="20577"/>
          <ac:spMkLst>
            <pc:docMk/>
            <pc:sldMk cId="3930380929" sldId="333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3:52:17.596" v="854" actId="14100"/>
          <ac:spMkLst>
            <pc:docMk/>
            <pc:sldMk cId="3930380929" sldId="333"/>
            <ac:spMk id="3" creationId="{B8F68164-2C49-4B8E-A359-A5E0D3D94474}"/>
          </ac:spMkLst>
        </pc:spChg>
        <pc:spChg chg="mod">
          <ac:chgData name="Gabriel Quintella" userId="0401f16030b3bbcc" providerId="LiveId" clId="{81B8DDE7-6189-48B7-8234-8A7156E83D99}" dt="2022-02-14T04:57:37.151" v="1174" actId="20577"/>
          <ac:spMkLst>
            <pc:docMk/>
            <pc:sldMk cId="3930380929" sldId="333"/>
            <ac:spMk id="6" creationId="{5AD4DEEF-53A7-4824-9F4A-B904C6DFB276}"/>
          </ac:spMkLst>
        </pc:spChg>
        <pc:spChg chg="mod">
          <ac:chgData name="Gabriel Quintella" userId="0401f16030b3bbcc" providerId="LiveId" clId="{81B8DDE7-6189-48B7-8234-8A7156E83D99}" dt="2022-02-14T04:45:05.266" v="1100" actId="6549"/>
          <ac:spMkLst>
            <pc:docMk/>
            <pc:sldMk cId="3930380929" sldId="333"/>
            <ac:spMk id="7" creationId="{A54FF2E4-E4F1-4A56-9AE0-F4422EA2D43E}"/>
          </ac:spMkLst>
        </pc:spChg>
        <pc:spChg chg="mod">
          <ac:chgData name="Gabriel Quintella" userId="0401f16030b3bbcc" providerId="LiveId" clId="{81B8DDE7-6189-48B7-8234-8A7156E83D99}" dt="2022-02-14T03:54:57.731" v="874" actId="20577"/>
          <ac:spMkLst>
            <pc:docMk/>
            <pc:sldMk cId="3930380929" sldId="333"/>
            <ac:spMk id="8" creationId="{FF2F8BD4-4B47-4F6A-985C-164F61C709AF}"/>
          </ac:spMkLst>
        </pc:spChg>
        <pc:spChg chg="mod">
          <ac:chgData name="Gabriel Quintella" userId="0401f16030b3bbcc" providerId="LiveId" clId="{81B8DDE7-6189-48B7-8234-8A7156E83D99}" dt="2022-02-14T03:52:04.702" v="853" actId="14100"/>
          <ac:spMkLst>
            <pc:docMk/>
            <pc:sldMk cId="3930380929" sldId="333"/>
            <ac:spMk id="11" creationId="{A8C5C7E4-AD3D-4F23-BAA7-6E836B4528AF}"/>
          </ac:spMkLst>
        </pc:spChg>
        <pc:spChg chg="mod">
          <ac:chgData name="Gabriel Quintella" userId="0401f16030b3bbcc" providerId="LiveId" clId="{81B8DDE7-6189-48B7-8234-8A7156E83D99}" dt="2022-02-14T03:51:53.580" v="851" actId="14100"/>
          <ac:spMkLst>
            <pc:docMk/>
            <pc:sldMk cId="3930380929" sldId="333"/>
            <ac:spMk id="12" creationId="{34E384DD-EBA4-4394-BD95-97F5BB576D1F}"/>
          </ac:spMkLst>
        </pc:spChg>
        <pc:spChg chg="del">
          <ac:chgData name="Gabriel Quintella" userId="0401f16030b3bbcc" providerId="LiveId" clId="{81B8DDE7-6189-48B7-8234-8A7156E83D99}" dt="2022-02-14T03:48:53.229" v="804"/>
          <ac:spMkLst>
            <pc:docMk/>
            <pc:sldMk cId="3930380929" sldId="333"/>
            <ac:spMk id="18" creationId="{79BB35BC-D5C2-4C8B-A22A-A71E6191913B}"/>
          </ac:spMkLst>
        </pc:spChg>
        <pc:spChg chg="mod">
          <ac:chgData name="Gabriel Quintella" userId="0401f16030b3bbcc" providerId="LiveId" clId="{81B8DDE7-6189-48B7-8234-8A7156E83D99}" dt="2022-02-14T03:49:13.323" v="821" actId="20577"/>
          <ac:spMkLst>
            <pc:docMk/>
            <pc:sldMk cId="3930380929" sldId="333"/>
            <ac:spMk id="26" creationId="{E4E70335-9F22-4C80-A468-C2F44CE8FA2E}"/>
          </ac:spMkLst>
        </pc:spChg>
        <pc:cxnChg chg="del mod">
          <ac:chgData name="Gabriel Quintella" userId="0401f16030b3bbcc" providerId="LiveId" clId="{81B8DDE7-6189-48B7-8234-8A7156E83D99}" dt="2022-02-14T03:52:24.538" v="856" actId="478"/>
          <ac:cxnSpMkLst>
            <pc:docMk/>
            <pc:sldMk cId="3930380929" sldId="333"/>
            <ac:cxnSpMk id="15" creationId="{DC7CFEFA-2156-41B0-A3F8-26A0AA83731F}"/>
          </ac:cxnSpMkLst>
        </pc:cxnChg>
        <pc:cxnChg chg="mod">
          <ac:chgData name="Gabriel Quintella" userId="0401f16030b3bbcc" providerId="LiveId" clId="{81B8DDE7-6189-48B7-8234-8A7156E83D99}" dt="2022-02-14T04:45:04.548" v="1098" actId="6549"/>
          <ac:cxnSpMkLst>
            <pc:docMk/>
            <pc:sldMk cId="3930380929" sldId="333"/>
            <ac:cxnSpMk id="23" creationId="{D82865C9-AACA-4D89-9090-826CBF8532D9}"/>
          </ac:cxnSpMkLst>
        </pc:cxnChg>
        <pc:cxnChg chg="add mod">
          <ac:chgData name="Gabriel Quintella" userId="0401f16030b3bbcc" providerId="LiveId" clId="{81B8DDE7-6189-48B7-8234-8A7156E83D99}" dt="2022-02-14T03:53:05.971" v="860" actId="14100"/>
          <ac:cxnSpMkLst>
            <pc:docMk/>
            <pc:sldMk cId="3930380929" sldId="333"/>
            <ac:cxnSpMk id="24" creationId="{9517616E-C11E-4E61-9F3D-97D8713E6D47}"/>
          </ac:cxnSpMkLst>
        </pc:cxnChg>
        <pc:cxnChg chg="mod">
          <ac:chgData name="Gabriel Quintella" userId="0401f16030b3bbcc" providerId="LiveId" clId="{81B8DDE7-6189-48B7-8234-8A7156E83D99}" dt="2022-02-14T03:54:56.592" v="867" actId="20577"/>
          <ac:cxnSpMkLst>
            <pc:docMk/>
            <pc:sldMk cId="3930380929" sldId="333"/>
            <ac:cxnSpMk id="25" creationId="{C9922ED9-6769-4F1C-8375-30E8186FC217}"/>
          </ac:cxnSpMkLst>
        </pc:cxnChg>
      </pc:sldChg>
      <pc:sldChg chg="addSp delSp modSp add mod delAnim modAnim">
        <pc:chgData name="Gabriel Quintella" userId="0401f16030b3bbcc" providerId="LiveId" clId="{81B8DDE7-6189-48B7-8234-8A7156E83D99}" dt="2022-02-14T04:58:25.088" v="1193" actId="20577"/>
        <pc:sldMkLst>
          <pc:docMk/>
          <pc:sldMk cId="304245559" sldId="334"/>
        </pc:sldMkLst>
        <pc:spChg chg="del">
          <ac:chgData name="Gabriel Quintella" userId="0401f16030b3bbcc" providerId="LiveId" clId="{81B8DDE7-6189-48B7-8234-8A7156E83D99}" dt="2022-02-14T04:17:27.831" v="917" actId="478"/>
          <ac:spMkLst>
            <pc:docMk/>
            <pc:sldMk cId="304245559" sldId="334"/>
            <ac:spMk id="2" creationId="{A22A48B3-5314-4374-A82C-5EA1D94D2747}"/>
          </ac:spMkLst>
        </pc:spChg>
        <pc:spChg chg="del">
          <ac:chgData name="Gabriel Quintella" userId="0401f16030b3bbcc" providerId="LiveId" clId="{81B8DDE7-6189-48B7-8234-8A7156E83D99}" dt="2022-02-14T04:17:24.530" v="916" actId="478"/>
          <ac:spMkLst>
            <pc:docMk/>
            <pc:sldMk cId="304245559" sldId="334"/>
            <ac:spMk id="3" creationId="{B8F68164-2C49-4B8E-A359-A5E0D3D94474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6" creationId="{5AD4DEEF-53A7-4824-9F4A-B904C6DFB276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7" creationId="{A54FF2E4-E4F1-4A56-9AE0-F4422EA2D43E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8" creationId="{FF2F8BD4-4B47-4F6A-985C-164F61C709AF}"/>
          </ac:spMkLst>
        </pc:spChg>
        <pc:spChg chg="del">
          <ac:chgData name="Gabriel Quintella" userId="0401f16030b3bbcc" providerId="LiveId" clId="{81B8DDE7-6189-48B7-8234-8A7156E83D99}" dt="2022-02-14T04:17:24.530" v="916" actId="478"/>
          <ac:spMkLst>
            <pc:docMk/>
            <pc:sldMk cId="304245559" sldId="334"/>
            <ac:spMk id="11" creationId="{A8C5C7E4-AD3D-4F23-BAA7-6E836B4528AF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12" creationId="{34E384DD-EBA4-4394-BD95-97F5BB576D1F}"/>
          </ac:spMkLst>
        </pc:spChg>
        <pc:spChg chg="add mod">
          <ac:chgData name="Gabriel Quintella" userId="0401f16030b3bbcc" providerId="LiveId" clId="{81B8DDE7-6189-48B7-8234-8A7156E83D99}" dt="2022-02-14T04:26:37.082" v="922"/>
          <ac:spMkLst>
            <pc:docMk/>
            <pc:sldMk cId="304245559" sldId="334"/>
            <ac:spMk id="15" creationId="{6D965A16-A5BF-4331-9D33-9E4B13CEEAEA}"/>
          </ac:spMkLst>
        </pc:spChg>
        <pc:spChg chg="add mod">
          <ac:chgData name="Gabriel Quintella" userId="0401f16030b3bbcc" providerId="LiveId" clId="{81B8DDE7-6189-48B7-8234-8A7156E83D99}" dt="2022-02-14T04:58:25.088" v="1193" actId="20577"/>
          <ac:spMkLst>
            <pc:docMk/>
            <pc:sldMk cId="304245559" sldId="334"/>
            <ac:spMk id="16" creationId="{B623FCA0-9A9E-4C71-9847-AFF6108DBEF7}"/>
          </ac:spMkLst>
        </pc:spChg>
        <pc:spChg chg="add mod">
          <ac:chgData name="Gabriel Quintella" userId="0401f16030b3bbcc" providerId="LiveId" clId="{81B8DDE7-6189-48B7-8234-8A7156E83D99}" dt="2022-02-14T04:26:41.128" v="924"/>
          <ac:spMkLst>
            <pc:docMk/>
            <pc:sldMk cId="304245559" sldId="334"/>
            <ac:spMk id="17" creationId="{7FF18C42-B6C1-4CB0-96E7-FA799F87C9CF}"/>
          </ac:spMkLst>
        </pc:spChg>
        <pc:spChg chg="add mod">
          <ac:chgData name="Gabriel Quintella" userId="0401f16030b3bbcc" providerId="LiveId" clId="{81B8DDE7-6189-48B7-8234-8A7156E83D99}" dt="2022-02-14T04:58:11.761" v="1188" actId="14100"/>
          <ac:spMkLst>
            <pc:docMk/>
            <pc:sldMk cId="304245559" sldId="334"/>
            <ac:spMk id="18" creationId="{8429C9F1-A53A-4286-BF10-54C07FB1D971}"/>
          </ac:spMkLst>
        </pc:spChg>
        <pc:spChg chg="mod">
          <ac:chgData name="Gabriel Quintella" userId="0401f16030b3bbcc" providerId="LiveId" clId="{81B8DDE7-6189-48B7-8234-8A7156E83D99}" dt="2022-02-14T04:26:56.506" v="957" actId="20577"/>
          <ac:spMkLst>
            <pc:docMk/>
            <pc:sldMk cId="304245559" sldId="334"/>
            <ac:spMk id="26" creationId="{E4E70335-9F22-4C80-A468-C2F44CE8FA2E}"/>
          </ac:spMkLst>
        </pc:spChg>
        <pc:cxnChg chg="add mod">
          <ac:chgData name="Gabriel Quintella" userId="0401f16030b3bbcc" providerId="LiveId" clId="{81B8DDE7-6189-48B7-8234-8A7156E83D99}" dt="2022-02-14T04:58:23.546" v="1191" actId="20577"/>
          <ac:cxnSpMkLst>
            <pc:docMk/>
            <pc:sldMk cId="304245559" sldId="334"/>
            <ac:cxnSpMk id="10" creationId="{95B8E13D-4EF5-4E67-9A76-0BD114A6B781}"/>
          </ac:cxnSpMkLst>
        </pc:cxnChg>
        <pc:cxnChg chg="add mod">
          <ac:chgData name="Gabriel Quintella" userId="0401f16030b3bbcc" providerId="LiveId" clId="{81B8DDE7-6189-48B7-8234-8A7156E83D99}" dt="2022-02-14T04:58:11.761" v="1188" actId="14100"/>
          <ac:cxnSpMkLst>
            <pc:docMk/>
            <pc:sldMk cId="304245559" sldId="334"/>
            <ac:cxnSpMk id="19" creationId="{DCD16F48-238C-4C3A-B79F-4318E2A518E7}"/>
          </ac:cxnSpMkLst>
        </pc:cxnChg>
        <pc:cxnChg chg="del mod">
          <ac:chgData name="Gabriel Quintella" userId="0401f16030b3bbcc" providerId="LiveId" clId="{81B8DDE7-6189-48B7-8234-8A7156E83D99}" dt="2022-02-14T04:17:24.530" v="916" actId="478"/>
          <ac:cxnSpMkLst>
            <pc:docMk/>
            <pc:sldMk cId="304245559" sldId="334"/>
            <ac:cxnSpMk id="23" creationId="{D82865C9-AACA-4D89-9090-826CBF8532D9}"/>
          </ac:cxnSpMkLst>
        </pc:cxnChg>
        <pc:cxnChg chg="del mod">
          <ac:chgData name="Gabriel Quintella" userId="0401f16030b3bbcc" providerId="LiveId" clId="{81B8DDE7-6189-48B7-8234-8A7156E83D99}" dt="2022-02-14T04:17:24.530" v="916" actId="478"/>
          <ac:cxnSpMkLst>
            <pc:docMk/>
            <pc:sldMk cId="304245559" sldId="334"/>
            <ac:cxnSpMk id="24" creationId="{9517616E-C11E-4E61-9F3D-97D8713E6D47}"/>
          </ac:cxnSpMkLst>
        </pc:cxnChg>
        <pc:cxnChg chg="del mod">
          <ac:chgData name="Gabriel Quintella" userId="0401f16030b3bbcc" providerId="LiveId" clId="{81B8DDE7-6189-48B7-8234-8A7156E83D99}" dt="2022-02-14T04:17:24.530" v="916" actId="478"/>
          <ac:cxnSpMkLst>
            <pc:docMk/>
            <pc:sldMk cId="304245559" sldId="334"/>
            <ac:cxnSpMk id="25" creationId="{C9922ED9-6769-4F1C-8375-30E8186FC217}"/>
          </ac:cxnSpMkLst>
        </pc:cxnChg>
      </pc:sldChg>
      <pc:sldChg chg="addSp delSp modSp add mod delAnim">
        <pc:chgData name="Gabriel Quintella" userId="0401f16030b3bbcc" providerId="LiveId" clId="{81B8DDE7-6189-48B7-8234-8A7156E83D99}" dt="2022-02-14T04:39:23.830" v="1049" actId="1076"/>
        <pc:sldMkLst>
          <pc:docMk/>
          <pc:sldMk cId="3553333244" sldId="335"/>
        </pc:sldMkLst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5" creationId="{6D965A16-A5BF-4331-9D33-9E4B13CEEAEA}"/>
          </ac:spMkLst>
        </pc:spChg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6" creationId="{B623FCA0-9A9E-4C71-9847-AFF6108DBEF7}"/>
          </ac:spMkLst>
        </pc:spChg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7" creationId="{7FF18C42-B6C1-4CB0-96E7-FA799F87C9CF}"/>
          </ac:spMkLst>
        </pc:spChg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8" creationId="{8429C9F1-A53A-4286-BF10-54C07FB1D971}"/>
          </ac:spMkLst>
        </pc:spChg>
        <pc:spChg chg="mod">
          <ac:chgData name="Gabriel Quintella" userId="0401f16030b3bbcc" providerId="LiveId" clId="{81B8DDE7-6189-48B7-8234-8A7156E83D99}" dt="2022-02-14T04:31:00.936" v="1026" actId="20577"/>
          <ac:spMkLst>
            <pc:docMk/>
            <pc:sldMk cId="3553333244" sldId="335"/>
            <ac:spMk id="26" creationId="{E4E70335-9F22-4C80-A468-C2F44CE8FA2E}"/>
          </ac:spMkLst>
        </pc:spChg>
        <pc:picChg chg="add del mod">
          <ac:chgData name="Gabriel Quintella" userId="0401f16030b3bbcc" providerId="LiveId" clId="{81B8DDE7-6189-48B7-8234-8A7156E83D99}" dt="2022-02-14T04:38:44.294" v="1044" actId="478"/>
          <ac:picMkLst>
            <pc:docMk/>
            <pc:sldMk cId="3553333244" sldId="335"/>
            <ac:picMk id="3" creationId="{C7E5B0EE-E506-474E-8ACA-26D13636716C}"/>
          </ac:picMkLst>
        </pc:picChg>
        <pc:picChg chg="add mod">
          <ac:chgData name="Gabriel Quintella" userId="0401f16030b3bbcc" providerId="LiveId" clId="{81B8DDE7-6189-48B7-8234-8A7156E83D99}" dt="2022-02-14T04:39:23.830" v="1049" actId="1076"/>
          <ac:picMkLst>
            <pc:docMk/>
            <pc:sldMk cId="3553333244" sldId="335"/>
            <ac:picMk id="7" creationId="{B84D8B10-EC4D-4263-A566-93E734AA5BA5}"/>
          </ac:picMkLst>
        </pc:picChg>
        <pc:cxnChg chg="del mod">
          <ac:chgData name="Gabriel Quintella" userId="0401f16030b3bbcc" providerId="LiveId" clId="{81B8DDE7-6189-48B7-8234-8A7156E83D99}" dt="2022-02-14T04:31:10.187" v="1027" actId="478"/>
          <ac:cxnSpMkLst>
            <pc:docMk/>
            <pc:sldMk cId="3553333244" sldId="335"/>
            <ac:cxnSpMk id="10" creationId="{95B8E13D-4EF5-4E67-9A76-0BD114A6B781}"/>
          </ac:cxnSpMkLst>
        </pc:cxnChg>
        <pc:cxnChg chg="del mod">
          <ac:chgData name="Gabriel Quintella" userId="0401f16030b3bbcc" providerId="LiveId" clId="{81B8DDE7-6189-48B7-8234-8A7156E83D99}" dt="2022-02-14T04:31:10.187" v="1027" actId="478"/>
          <ac:cxnSpMkLst>
            <pc:docMk/>
            <pc:sldMk cId="3553333244" sldId="335"/>
            <ac:cxnSpMk id="19" creationId="{DCD16F48-238C-4C3A-B79F-4318E2A518E7}"/>
          </ac:cxnSpMkLst>
        </pc:cxnChg>
      </pc:sldChg>
      <pc:sldChg chg="addSp modSp add mod">
        <pc:chgData name="Gabriel Quintella" userId="0401f16030b3bbcc" providerId="LiveId" clId="{81B8DDE7-6189-48B7-8234-8A7156E83D99}" dt="2022-02-14T04:39:36.943" v="1050" actId="1076"/>
        <pc:sldMkLst>
          <pc:docMk/>
          <pc:sldMk cId="4251169145" sldId="336"/>
        </pc:sldMkLst>
        <pc:spChg chg="mod">
          <ac:chgData name="Gabriel Quintella" userId="0401f16030b3bbcc" providerId="LiveId" clId="{81B8DDE7-6189-48B7-8234-8A7156E83D99}" dt="2022-02-14T04:31:24.637" v="1032" actId="20577"/>
          <ac:spMkLst>
            <pc:docMk/>
            <pc:sldMk cId="4251169145" sldId="336"/>
            <ac:spMk id="26" creationId="{E4E70335-9F22-4C80-A468-C2F44CE8FA2E}"/>
          </ac:spMkLst>
        </pc:spChg>
        <pc:picChg chg="add mod">
          <ac:chgData name="Gabriel Quintella" userId="0401f16030b3bbcc" providerId="LiveId" clId="{81B8DDE7-6189-48B7-8234-8A7156E83D99}" dt="2022-02-14T04:39:36.943" v="1050" actId="1076"/>
          <ac:picMkLst>
            <pc:docMk/>
            <pc:sldMk cId="4251169145" sldId="336"/>
            <ac:picMk id="3" creationId="{F84A2885-A835-466C-B502-8A14A11957AD}"/>
          </ac:picMkLst>
        </pc:picChg>
      </pc:sldChg>
    </pc:docChg>
  </pc:docChgLst>
  <pc:docChgLst>
    <pc:chgData name="Gabriel Quintella" userId="0401f16030b3bbcc" providerId="LiveId" clId="{86B6C13F-8E64-4619-891B-E03FFA006484}"/>
    <pc:docChg chg="undo redo custSel addSld delSld modSld sldOrd">
      <pc:chgData name="Gabriel Quintella" userId="0401f16030b3bbcc" providerId="LiveId" clId="{86B6C13F-8E64-4619-891B-E03FFA006484}" dt="2022-01-14T03:06:39.215" v="3531" actId="20577"/>
      <pc:docMkLst>
        <pc:docMk/>
      </pc:docMkLst>
      <pc:sldChg chg="modSp del mod">
        <pc:chgData name="Gabriel Quintella" userId="0401f16030b3bbcc" providerId="LiveId" clId="{86B6C13F-8E64-4619-891B-E03FFA006484}" dt="2022-01-13T18:42:35.720" v="2744" actId="2696"/>
        <pc:sldMkLst>
          <pc:docMk/>
          <pc:sldMk cId="3184280581" sldId="256"/>
        </pc:sldMkLst>
        <pc:spChg chg="mod">
          <ac:chgData name="Gabriel Quintella" userId="0401f16030b3bbcc" providerId="LiveId" clId="{86B6C13F-8E64-4619-891B-E03FFA006484}" dt="2022-01-13T18:41:30.247" v="2732" actId="14100"/>
          <ac:spMkLst>
            <pc:docMk/>
            <pc:sldMk cId="3184280581" sldId="256"/>
            <ac:spMk id="6" creationId="{9911EEA9-6152-4B2C-BFBC-8A082C515BC9}"/>
          </ac:spMkLst>
        </pc:spChg>
      </pc:sldChg>
      <pc:sldChg chg="addSp delSp modSp mod setBg addAnim setClrOvrMap">
        <pc:chgData name="Gabriel Quintella" userId="0401f16030b3bbcc" providerId="LiveId" clId="{86B6C13F-8E64-4619-891B-E03FFA006484}" dt="2022-01-13T18:44:13.473" v="2777" actId="1076"/>
        <pc:sldMkLst>
          <pc:docMk/>
          <pc:sldMk cId="3275838534" sldId="257"/>
        </pc:sldMkLst>
        <pc:spChg chg="mod">
          <ac:chgData name="Gabriel Quintella" userId="0401f16030b3bbcc" providerId="LiveId" clId="{86B6C13F-8E64-4619-891B-E03FFA006484}" dt="2022-01-13T18:44:13.473" v="2777" actId="1076"/>
          <ac:spMkLst>
            <pc:docMk/>
            <pc:sldMk cId="3275838534" sldId="257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8" creationId="{F1611BA9-268A-49A6-84F8-FC91536686E4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9" creationId="{482BD70C-C4A0-46C4-9518-A731098B419A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0" creationId="{E20EB187-900F-4AF5-813B-101456D9FD39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1" creationId="{39B74A45-BDDD-4892-B8C0-B290C0944FCB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2" creationId="{1825D5AF-D278-4D9A-A4F5-A1A1D3507636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3" creationId="{C516C73E-9465-4C9E-9B86-9E58FB326B6B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18" creationId="{C0B27210-D0CA-4654-B3E3-9ABB4F178EA1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0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2" creationId="{70B66945-4967-4040-926D-DCA44313CDAB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7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9" creationId="{F55FFF17-D3D5-4F58-BA56-54EA901CE038}"/>
          </ac:spMkLst>
        </pc:spChg>
        <pc:picChg chg="add del">
          <ac:chgData name="Gabriel Quintella" userId="0401f16030b3bbcc" providerId="LiveId" clId="{86B6C13F-8E64-4619-891B-E03FFA006484}" dt="2022-01-13T01:17:43.998" v="2376" actId="26606"/>
          <ac:picMkLst>
            <pc:docMk/>
            <pc:sldMk cId="3275838534" sldId="257"/>
            <ac:picMk id="4" creationId="{A36D4B7F-4C2E-4D95-906D-1B70779DD29C}"/>
          </ac:picMkLst>
        </pc:picChg>
        <pc:picChg chg="add mod">
          <ac:chgData name="Gabriel Quintella" userId="0401f16030b3bbcc" providerId="LiveId" clId="{86B6C13F-8E64-4619-891B-E03FFA006484}" dt="2022-01-13T18:43:27.428" v="2749" actId="1076"/>
          <ac:picMkLst>
            <pc:docMk/>
            <pc:sldMk cId="3275838534" sldId="257"/>
            <ac:picMk id="6" creationId="{E42A477C-FC53-4AC9-8A33-2E66BE9E01FB}"/>
          </ac:picMkLst>
        </pc:picChg>
      </pc:sldChg>
      <pc:sldChg chg="modSp del mod">
        <pc:chgData name="Gabriel Quintella" userId="0401f16030b3bbcc" providerId="LiveId" clId="{86B6C13F-8E64-4619-891B-E03FFA006484}" dt="2022-01-13T18:45:59.264" v="2797" actId="2696"/>
        <pc:sldMkLst>
          <pc:docMk/>
          <pc:sldMk cId="2607957497" sldId="258"/>
        </pc:sldMkLst>
        <pc:spChg chg="mod">
          <ac:chgData name="Gabriel Quintella" userId="0401f16030b3bbcc" providerId="LiveId" clId="{86B6C13F-8E64-4619-891B-E03FFA006484}" dt="2022-01-13T18:45:29.201" v="2789" actId="1076"/>
          <ac:spMkLst>
            <pc:docMk/>
            <pc:sldMk cId="2607957497" sldId="258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8:50:31.879" v="2910" actId="2696"/>
        <pc:sldMkLst>
          <pc:docMk/>
          <pc:sldMk cId="2475233853" sldId="259"/>
        </pc:sldMkLst>
        <pc:spChg chg="mod">
          <ac:chgData name="Gabriel Quintella" userId="0401f16030b3bbcc" providerId="LiveId" clId="{86B6C13F-8E64-4619-891B-E03FFA006484}" dt="2022-01-13T18:44:41.724" v="2781" actId="14100"/>
          <ac:spMkLst>
            <pc:docMk/>
            <pc:sldMk cId="2475233853" sldId="259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01:21:50.809" v="2452" actId="2696"/>
        <pc:sldMkLst>
          <pc:docMk/>
          <pc:sldMk cId="3389426090" sldId="260"/>
        </pc:sldMkLst>
        <pc:spChg chg="mod">
          <ac:chgData name="Gabriel Quintella" userId="0401f16030b3bbcc" providerId="LiveId" clId="{86B6C13F-8E64-4619-891B-E03FFA006484}" dt="2022-01-13T00:16:46.255" v="1426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Sp delSp modSp del mod">
        <pc:chgData name="Gabriel Quintella" userId="0401f16030b3bbcc" providerId="LiveId" clId="{86B6C13F-8E64-4619-891B-E03FFA006484}" dt="2022-01-13T01:38:30.500" v="2636" actId="2696"/>
        <pc:sldMkLst>
          <pc:docMk/>
          <pc:sldMk cId="3900410709" sldId="261"/>
        </pc:sldMkLst>
        <pc:spChg chg="add del mod">
          <ac:chgData name="Gabriel Quintella" userId="0401f16030b3bbcc" providerId="LiveId" clId="{86B6C13F-8E64-4619-891B-E03FFA006484}" dt="2022-01-13T01:35:07.202" v="2599" actId="21"/>
          <ac:spMkLst>
            <pc:docMk/>
            <pc:sldMk cId="3900410709" sldId="261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9:05:00.794" v="3140" actId="2696"/>
        <pc:sldMkLst>
          <pc:docMk/>
          <pc:sldMk cId="3350158791" sldId="262"/>
        </pc:sldMkLst>
        <pc:spChg chg="mod">
          <ac:chgData name="Gabriel Quintella" userId="0401f16030b3bbcc" providerId="LiveId" clId="{86B6C13F-8E64-4619-891B-E03FFA006484}" dt="2022-01-13T00:54:52.509" v="2181" actId="20577"/>
          <ac:spMkLst>
            <pc:docMk/>
            <pc:sldMk cId="3350158791" sldId="262"/>
            <ac:spMk id="2" creationId="{A22A48B3-5314-4374-A82C-5EA1D94D2747}"/>
          </ac:spMkLst>
        </pc:spChg>
      </pc:sldChg>
      <pc:sldChg chg="addSp delSp modSp add mod setBg setClrOvrMap delDesignElem">
        <pc:chgData name="Gabriel Quintella" userId="0401f16030b3bbcc" providerId="LiveId" clId="{86B6C13F-8E64-4619-891B-E03FFA006484}" dt="2022-01-13T01:32:44.438" v="2570" actId="26606"/>
        <pc:sldMkLst>
          <pc:docMk/>
          <pc:sldMk cId="1167946902" sldId="263"/>
        </pc:sldMkLst>
        <pc:spChg chg="mod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1167946902" sldId="263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9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01:32:44.438" v="2570" actId="26606"/>
          <ac:spMkLst>
            <pc:docMk/>
            <pc:sldMk cId="1167946902" sldId="263"/>
            <ac:spMk id="11" creationId="{E49CC64F-7275-4E33-961B-0C5CDC439875}"/>
          </ac:spMkLst>
        </pc:spChg>
        <pc:picChg chg="add mod">
          <ac:chgData name="Gabriel Quintella" userId="0401f16030b3bbcc" providerId="LiveId" clId="{86B6C13F-8E64-4619-891B-E03FFA006484}" dt="2022-01-13T01:32:44.438" v="2570" actId="26606"/>
          <ac:picMkLst>
            <pc:docMk/>
            <pc:sldMk cId="1167946902" sldId="263"/>
            <ac:picMk id="4" creationId="{8FBED80D-7006-4868-BD2E-0119D360BC36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17.688" v="3504"/>
        <pc:sldMkLst>
          <pc:docMk/>
          <pc:sldMk cId="638894639" sldId="264"/>
        </pc:sldMkLst>
        <pc:spChg chg="mod or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3:49.157" v="2350" actId="26606"/>
          <ac:spMkLst>
            <pc:docMk/>
            <pc:sldMk cId="638894639" sldId="264"/>
            <ac:spMk id="7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5" creationId="{5E0D6276-8D53-4DDA-A15A-90E0831F6D61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7" creationId="{00C150C7-96FB-4EB9-BDF9-212535A6089F}"/>
          </ac:spMkLst>
        </pc:spChg>
        <pc:spChg chg="add del">
          <ac:chgData name="Gabriel Quintella" userId="0401f16030b3bbcc" providerId="LiveId" clId="{86B6C13F-8E64-4619-891B-E03FFA006484}" dt="2022-01-13T01:32:34.057" v="2566" actId="26606"/>
          <ac:spMkLst>
            <pc:docMk/>
            <pc:sldMk cId="638894639" sldId="264"/>
            <ac:spMk id="81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5" creationId="{5A59F003-E00A-43F9-91DC-CC54E3B87466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7" creationId="{D74A4382-E3AD-430A-9A1F-DFA3E0E77A7D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9" creationId="{79F40191-0F44-4FD1-82CC-ACB507C14BE6}"/>
          </ac:spMkLst>
        </pc:spChg>
        <pc:spChg chg="add del">
          <ac:chgData name="Gabriel Quintella" userId="0401f16030b3bbcc" providerId="LiveId" clId="{86B6C13F-8E64-4619-891B-E03FFA006484}" dt="2022-01-13T01:13:50.041" v="2352" actId="26606"/>
          <ac:spMkLst>
            <pc:docMk/>
            <pc:sldMk cId="638894639" sldId="264"/>
            <ac:spMk id="5124" creationId="{17CDB40A-75BB-4498-A20B-59C3984A3A94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5" creationId="{0AB225BA-7412-4605-8E8D-5AED2BF56A11}"/>
          </ac:spMkLst>
        </pc:spChg>
        <pc:spChg chg="add del">
          <ac:chgData name="Gabriel Quintella" userId="0401f16030b3bbcc" providerId="LiveId" clId="{86B6C13F-8E64-4619-891B-E03FFA006484}" dt="2022-01-13T01:13:55.962" v="2354" actId="26606"/>
          <ac:spMkLst>
            <pc:docMk/>
            <pc:sldMk cId="638894639" sldId="264"/>
            <ac:spMk id="5126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7" creationId="{604BB9CD-970D-4FE5-B4E3-D651735BF4FE}"/>
          </ac:spMkLst>
        </pc:spChg>
        <pc:spChg chg="add del">
          <ac:chgData name="Gabriel Quintella" userId="0401f16030b3bbcc" providerId="LiveId" clId="{86B6C13F-8E64-4619-891B-E03FFA006484}" dt="2022-01-13T01:13:56.722" v="2356" actId="26606"/>
          <ac:spMkLst>
            <pc:docMk/>
            <pc:sldMk cId="638894639" sldId="264"/>
            <ac:spMk id="512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638894639" sldId="264"/>
            <ac:spMk id="512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3:57.705" v="2358" actId="26606"/>
          <ac:spMkLst>
            <pc:docMk/>
            <pc:sldMk cId="638894639" sldId="264"/>
            <ac:spMk id="5130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2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3:58.978" v="2360" actId="26606"/>
          <ac:spMkLst>
            <pc:docMk/>
            <pc:sldMk cId="638894639" sldId="264"/>
            <ac:spMk id="5133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4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4:36.926" v="2362" actId="26606"/>
          <ac:spMkLst>
            <pc:docMk/>
            <pc:sldMk cId="638894639" sldId="264"/>
            <ac:spMk id="5135" creationId="{87CC2527-562A-4F69-B487-4371E5B243E7}"/>
          </ac:spMkLst>
        </pc:spChg>
        <pc:picChg chg="add mod ord">
          <ac:chgData name="Gabriel Quintella" userId="0401f16030b3bbcc" providerId="LiveId" clId="{86B6C13F-8E64-4619-891B-E03FFA006484}" dt="2022-01-13T01:32:34.060" v="2567" actId="26606"/>
          <ac:picMkLst>
            <pc:docMk/>
            <pc:sldMk cId="638894639" sldId="264"/>
            <ac:picMk id="5122" creationId="{785272BA-B1FD-40E4-AF67-60C22563FD81}"/>
          </ac:picMkLst>
        </pc:picChg>
        <pc:cxnChg chg="add del">
          <ac:chgData name="Gabriel Quintella" userId="0401f16030b3bbcc" providerId="LiveId" clId="{86B6C13F-8E64-4619-891B-E03FFA006484}" dt="2022-01-13T01:13:55.962" v="2354" actId="26606"/>
          <ac:cxnSpMkLst>
            <pc:docMk/>
            <pc:sldMk cId="638894639" sldId="264"/>
            <ac:cxnSpMk id="73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3:57.705" v="2358" actId="26606"/>
          <ac:cxnSpMkLst>
            <pc:docMk/>
            <pc:sldMk cId="638894639" sldId="264"/>
            <ac:cxnSpMk id="5131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4:36.926" v="2362" actId="26606"/>
          <ac:cxnSpMkLst>
            <pc:docMk/>
            <pc:sldMk cId="638894639" sldId="264"/>
            <ac:cxnSpMk id="5136" creationId="{BCDAEC91-5BCE-4B55-9CC0-43EF94CB734B}"/>
          </ac:cxnSpMkLst>
        </pc:cxnChg>
      </pc:sldChg>
      <pc:sldChg chg="addSp delSp modSp add del mod ord">
        <pc:chgData name="Gabriel Quintella" userId="0401f16030b3bbcc" providerId="LiveId" clId="{86B6C13F-8E64-4619-891B-E03FFA006484}" dt="2022-01-13T01:30:28.145" v="2542" actId="2696"/>
        <pc:sldMkLst>
          <pc:docMk/>
          <pc:sldMk cId="4157099381" sldId="265"/>
        </pc:sldMkLst>
        <pc:spChg chg="mod">
          <ac:chgData name="Gabriel Quintella" userId="0401f16030b3bbcc" providerId="LiveId" clId="{86B6C13F-8E64-4619-891B-E03FFA006484}" dt="2022-01-13T01:29:13.132" v="2535" actId="21"/>
          <ac:spMkLst>
            <pc:docMk/>
            <pc:sldMk cId="4157099381" sldId="265"/>
            <ac:spMk id="2" creationId="{A22A48B3-5314-4374-A82C-5EA1D94D2747}"/>
          </ac:spMkLst>
        </pc:spChg>
        <pc:picChg chg="add del mod">
          <ac:chgData name="Gabriel Quintella" userId="0401f16030b3bbcc" providerId="LiveId" clId="{86B6C13F-8E64-4619-891B-E03FFA006484}" dt="2022-01-13T01:29:09.517" v="2534" actId="478"/>
          <ac:picMkLst>
            <pc:docMk/>
            <pc:sldMk cId="4157099381" sldId="265"/>
            <ac:picMk id="4" creationId="{798D7AB5-3959-4A28-870B-B762EA8D6AA9}"/>
          </ac:picMkLst>
        </pc:picChg>
      </pc:sldChg>
      <pc:sldChg chg="modSp add del mod">
        <pc:chgData name="Gabriel Quintella" userId="0401f16030b3bbcc" providerId="LiveId" clId="{86B6C13F-8E64-4619-891B-E03FFA006484}" dt="2022-01-13T01:39:11.518" v="2642" actId="2696"/>
        <pc:sldMkLst>
          <pc:docMk/>
          <pc:sldMk cId="3847342557" sldId="266"/>
        </pc:sldMkLst>
        <pc:spChg chg="mod">
          <ac:chgData name="Gabriel Quintella" userId="0401f16030b3bbcc" providerId="LiveId" clId="{86B6C13F-8E64-4619-891B-E03FFA006484}" dt="2022-01-13T00:47:37.231" v="1604" actId="20577"/>
          <ac:spMkLst>
            <pc:docMk/>
            <pc:sldMk cId="3847342557" sldId="266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86B6C13F-8E64-4619-891B-E03FFA006484}" dt="2022-01-13T01:44:42.282" v="2723" actId="2696"/>
        <pc:sldMkLst>
          <pc:docMk/>
          <pc:sldMk cId="200054645" sldId="267"/>
        </pc:sldMkLst>
        <pc:spChg chg="mod">
          <ac:chgData name="Gabriel Quintella" userId="0401f16030b3bbcc" providerId="LiveId" clId="{86B6C13F-8E64-4619-891B-E03FFA006484}" dt="2022-01-13T00:48:43.028" v="1693" actId="20577"/>
          <ac:spMkLst>
            <pc:docMk/>
            <pc:sldMk cId="200054645" sldId="267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48:48.011" v="1694" actId="1076"/>
          <ac:picMkLst>
            <pc:docMk/>
            <pc:sldMk cId="200054645" sldId="267"/>
            <ac:picMk id="2050" creationId="{E732CA8F-8A54-4253-97EB-A2CBEBE3566F}"/>
          </ac:picMkLst>
        </pc:picChg>
      </pc:sldChg>
      <pc:sldChg chg="addSp delSp modSp add del mod">
        <pc:chgData name="Gabriel Quintella" userId="0401f16030b3bbcc" providerId="LiveId" clId="{86B6C13F-8E64-4619-891B-E03FFA006484}" dt="2022-01-13T01:27:52.292" v="2521" actId="2696"/>
        <pc:sldMkLst>
          <pc:docMk/>
          <pc:sldMk cId="3634617450" sldId="268"/>
        </pc:sldMkLst>
        <pc:spChg chg="mod">
          <ac:chgData name="Gabriel Quintella" userId="0401f16030b3bbcc" providerId="LiveId" clId="{86B6C13F-8E64-4619-891B-E03FFA006484}" dt="2022-01-13T01:22:52.251" v="2469" actId="1076"/>
          <ac:spMkLst>
            <pc:docMk/>
            <pc:sldMk cId="3634617450" sldId="268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35:43.452" v="1475" actId="14100"/>
          <ac:picMkLst>
            <pc:docMk/>
            <pc:sldMk cId="3634617450" sldId="268"/>
            <ac:picMk id="5" creationId="{651B1B9D-735A-453E-B6EC-8F3B21D6452E}"/>
          </ac:picMkLst>
        </pc:picChg>
        <pc:picChg chg="add del mod">
          <ac:chgData name="Gabriel Quintella" userId="0401f16030b3bbcc" providerId="LiveId" clId="{86B6C13F-8E64-4619-891B-E03FFA006484}" dt="2022-01-13T00:34:05.278" v="1432"/>
          <ac:picMkLst>
            <pc:docMk/>
            <pc:sldMk cId="3634617450" sldId="268"/>
            <ac:picMk id="1026" creationId="{0DD5B458-9A82-4AFD-8C1F-DD0027463580}"/>
          </ac:picMkLst>
        </pc:picChg>
        <pc:picChg chg="add del mod">
          <ac:chgData name="Gabriel Quintella" userId="0401f16030b3bbcc" providerId="LiveId" clId="{86B6C13F-8E64-4619-891B-E03FFA006484}" dt="2022-01-13T00:34:21.197" v="1443" actId="21"/>
          <ac:picMkLst>
            <pc:docMk/>
            <pc:sldMk cId="3634617450" sldId="268"/>
            <ac:picMk id="1028" creationId="{3D8F0250-EEBA-407C-9EA9-162CF54ADC7E}"/>
          </ac:picMkLst>
        </pc:picChg>
      </pc:sldChg>
      <pc:sldChg chg="delSp modSp add del mod">
        <pc:chgData name="Gabriel Quintella" userId="0401f16030b3bbcc" providerId="LiveId" clId="{86B6C13F-8E64-4619-891B-E03FFA006484}" dt="2022-01-14T01:43:54.084" v="3502" actId="2696"/>
        <pc:sldMkLst>
          <pc:docMk/>
          <pc:sldMk cId="3703554288" sldId="269"/>
        </pc:sldMkLst>
        <pc:spChg chg="mod">
          <ac:chgData name="Gabriel Quintella" userId="0401f16030b3bbcc" providerId="LiveId" clId="{86B6C13F-8E64-4619-891B-E03FFA006484}" dt="2022-01-13T00:46:20.975" v="1559" actId="6549"/>
          <ac:spMkLst>
            <pc:docMk/>
            <pc:sldMk cId="3703554288" sldId="269"/>
            <ac:spMk id="2" creationId="{A22A48B3-5314-4374-A82C-5EA1D94D2747}"/>
          </ac:spMkLst>
        </pc:spChg>
        <pc:picChg chg="del">
          <ac:chgData name="Gabriel Quintella" userId="0401f16030b3bbcc" providerId="LiveId" clId="{86B6C13F-8E64-4619-891B-E03FFA006484}" dt="2022-01-13T00:45:56.111" v="1527" actId="478"/>
          <ac:picMkLst>
            <pc:docMk/>
            <pc:sldMk cId="3703554288" sldId="269"/>
            <ac:picMk id="5" creationId="{651B1B9D-735A-453E-B6EC-8F3B21D6452E}"/>
          </ac:picMkLst>
        </pc:picChg>
      </pc:sldChg>
      <pc:sldChg chg="modSp add del mod">
        <pc:chgData name="Gabriel Quintella" userId="0401f16030b3bbcc" providerId="LiveId" clId="{86B6C13F-8E64-4619-891B-E03FFA006484}" dt="2022-01-13T01:40:15.737" v="2681" actId="2696"/>
        <pc:sldMkLst>
          <pc:docMk/>
          <pc:sldMk cId="1878670115" sldId="270"/>
        </pc:sldMkLst>
        <pc:spChg chg="mod">
          <ac:chgData name="Gabriel Quintella" userId="0401f16030b3bbcc" providerId="LiveId" clId="{86B6C13F-8E64-4619-891B-E03FFA006484}" dt="2022-01-13T00:50:12.304" v="1831" actId="20577"/>
          <ac:spMkLst>
            <pc:docMk/>
            <pc:sldMk cId="1878670115" sldId="270"/>
            <ac:spMk id="2" creationId="{A22A48B3-5314-4374-A82C-5EA1D94D2747}"/>
          </ac:spMkLst>
        </pc:spChg>
      </pc:sldChg>
      <pc:sldChg chg="modSp add del mod">
        <pc:chgData name="Gabriel Quintella" userId="0401f16030b3bbcc" providerId="LiveId" clId="{86B6C13F-8E64-4619-891B-E03FFA006484}" dt="2022-01-13T19:09:37.470" v="3252" actId="2696"/>
        <pc:sldMkLst>
          <pc:docMk/>
          <pc:sldMk cId="690450534" sldId="271"/>
        </pc:sldMkLst>
        <pc:spChg chg="mod">
          <ac:chgData name="Gabriel Quintella" userId="0401f16030b3bbcc" providerId="LiveId" clId="{86B6C13F-8E64-4619-891B-E03FFA006484}" dt="2022-01-13T01:08:04.109" v="2328" actId="12"/>
          <ac:spMkLst>
            <pc:docMk/>
            <pc:sldMk cId="690450534" sldId="271"/>
            <ac:spMk id="2" creationId="{A22A48B3-5314-4374-A82C-5EA1D94D2747}"/>
          </ac:spMkLst>
        </pc:spChg>
      </pc:sldChg>
      <pc:sldChg chg="add del">
        <pc:chgData name="Gabriel Quintella" userId="0401f16030b3bbcc" providerId="LiveId" clId="{86B6C13F-8E64-4619-891B-E03FFA006484}" dt="2022-01-13T19:11:24.502" v="3285" actId="2696"/>
        <pc:sldMkLst>
          <pc:docMk/>
          <pc:sldMk cId="1097478453" sldId="272"/>
        </pc:sldMkLst>
      </pc:sldChg>
      <pc:sldChg chg="addSp delSp modSp add mod setBg setClrOvrMap delDesignElem">
        <pc:chgData name="Gabriel Quintella" userId="0401f16030b3bbcc" providerId="LiveId" clId="{86B6C13F-8E64-4619-891B-E03FFA006484}" dt="2022-01-13T01:29:39.957" v="2539" actId="26606"/>
        <pc:sldMkLst>
          <pc:docMk/>
          <pc:sldMk cId="3527643593" sldId="273"/>
        </pc:sldMkLst>
        <pc:spChg chg="mo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3527643593" sldId="273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73" creationId="{1DB7C82F-AB7E-4F0C-B829-FA1B9C415180}"/>
          </ac:spMkLst>
        </pc:spChg>
        <pc:picChg chg="add del mod">
          <ac:chgData name="Gabriel Quintella" userId="0401f16030b3bbcc" providerId="LiveId" clId="{86B6C13F-8E64-4619-891B-E03FFA006484}" dt="2022-01-13T01:10:19.257" v="2343" actId="478"/>
          <ac:picMkLst>
            <pc:docMk/>
            <pc:sldMk cId="3527643593" sldId="273"/>
            <ac:picMk id="3074" creationId="{2A5F42E0-A07B-42AD-8166-63480BB5040C}"/>
          </ac:picMkLst>
        </pc:picChg>
        <pc:picChg chg="add mod">
          <ac:chgData name="Gabriel Quintella" userId="0401f16030b3bbcc" providerId="LiveId" clId="{86B6C13F-8E64-4619-891B-E03FFA006484}" dt="2022-01-13T01:29:39.957" v="2539" actId="26606"/>
          <ac:picMkLst>
            <pc:docMk/>
            <pc:sldMk cId="3527643593" sldId="273"/>
            <ac:picMk id="3076" creationId="{4EEBC5B8-F597-4BCF-910A-26A62D506CE2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23.442" v="3506" actId="1037"/>
        <pc:sldMkLst>
          <pc:docMk/>
          <pc:sldMk cId="214360441" sldId="274"/>
        </pc:sldMkLst>
        <pc:spChg chg="mo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18:22.657" v="2379"/>
          <ac:spMkLst>
            <pc:docMk/>
            <pc:sldMk cId="214360441" sldId="274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214360441" sldId="274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4T01:44:23.442" v="3506" actId="1037"/>
          <ac:picMkLst>
            <pc:docMk/>
            <pc:sldMk cId="214360441" sldId="274"/>
            <ac:picMk id="4" creationId="{8FBED80D-7006-4868-BD2E-0119D360BC36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3T01:34:07.671" v="2590" actId="2696"/>
        <pc:sldMkLst>
          <pc:docMk/>
          <pc:sldMk cId="432955326" sldId="275"/>
        </pc:sldMkLst>
        <pc:spChg chg="add del mod">
          <ac:chgData name="Gabriel Quintella" userId="0401f16030b3bbcc" providerId="LiveId" clId="{86B6C13F-8E64-4619-891B-E03FFA006484}" dt="2022-01-13T01:25:17.705" v="2484" actId="26606"/>
          <ac:spMkLst>
            <pc:docMk/>
            <pc:sldMk cId="432955326" sldId="275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432955326" sldId="275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01:33:46.838" v="2584" actId="21"/>
          <ac:spMkLst>
            <pc:docMk/>
            <pc:sldMk cId="432955326" sldId="275"/>
            <ac:spMk id="7" creationId="{D3027F08-D8D8-4A02-AF57-889515C6A275}"/>
          </ac:spMkLst>
        </pc:spChg>
        <pc:spChg chg="del">
          <ac:chgData name="Gabriel Quintella" userId="0401f16030b3bbcc" providerId="LiveId" clId="{86B6C13F-8E64-4619-891B-E03FFA006484}" dt="2022-01-13T01:20:26.852" v="2432"/>
          <ac:spMkLst>
            <pc:docMk/>
            <pc:sldMk cId="432955326" sldId="275"/>
            <ac:spMk id="9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01:25:17.684" v="2483" actId="26606"/>
          <ac:graphicFrameMkLst>
            <pc:docMk/>
            <pc:sldMk cId="432955326" sldId="275"/>
            <ac:graphicFrameMk id="10" creationId="{07FE7217-85D6-4E2A-AB67-5A9AECC2B930}"/>
          </ac:graphicFrameMkLst>
        </pc:graphicFrameChg>
        <pc:graphicFrameChg chg="add mod">
          <ac:chgData name="Gabriel Quintella" userId="0401f16030b3bbcc" providerId="LiveId" clId="{86B6C13F-8E64-4619-891B-E03FFA006484}" dt="2022-01-13T01:33:11.196" v="2575"/>
          <ac:graphicFrameMkLst>
            <pc:docMk/>
            <pc:sldMk cId="432955326" sldId="275"/>
            <ac:graphicFrameMk id="12" creationId="{6CF5D2BD-B4D1-4FCD-9508-135465B2CABD}"/>
          </ac:graphicFrameMkLst>
        </pc:graphicFrameChg>
        <pc:picChg chg="mod">
          <ac:chgData name="Gabriel Quintella" userId="0401f16030b3bbcc" providerId="LiveId" clId="{86B6C13F-8E64-4619-891B-E03FFA006484}" dt="2022-01-13T01:25:47.900" v="2486" actId="27614"/>
          <ac:picMkLst>
            <pc:docMk/>
            <pc:sldMk cId="432955326" sldId="275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4T03:06:39.215" v="3531" actId="20577"/>
        <pc:sldMkLst>
          <pc:docMk/>
          <pc:sldMk cId="1385657931" sldId="276"/>
        </pc:sldMkLst>
        <pc:spChg chg="add del">
          <ac:chgData name="Gabriel Quintella" userId="0401f16030b3bbcc" providerId="LiveId" clId="{86B6C13F-8E64-4619-891B-E03FFA006484}" dt="2022-01-13T01:22:15.785" v="2457" actId="26606"/>
          <ac:spMkLst>
            <pc:docMk/>
            <pc:sldMk cId="1385657931" sldId="276"/>
            <ac:spMk id="2" creationId="{A22A48B3-5314-4374-A82C-5EA1D94D2747}"/>
          </ac:spMkLst>
        </pc:spChg>
        <pc:spChg chg="add mod ord">
          <ac:chgData name="Gabriel Quintella" userId="0401f16030b3bbcc" providerId="LiveId" clId="{86B6C13F-8E64-4619-891B-E03FFA006484}" dt="2022-01-14T03:06:39.215" v="3531" actId="20577"/>
          <ac:spMkLst>
            <pc:docMk/>
            <pc:sldMk cId="1385657931" sldId="276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3T01:22:01.155" v="2454"/>
          <ac:spMkLst>
            <pc:docMk/>
            <pc:sldMk cId="1385657931" sldId="276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23:22.965" v="2475" actId="478"/>
          <ac:spMkLst>
            <pc:docMk/>
            <pc:sldMk cId="1385657931" sldId="276"/>
            <ac:spMk id="7" creationId="{D3027F08-D8D8-4A02-AF57-889515C6A275}"/>
          </ac:spMkLst>
        </pc:spChg>
        <pc:spChg chg="add del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5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16" creationId="{B4D3D850-2041-4B7C-AED9-54DA385B14F7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7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37.333" v="2595" actId="26606"/>
          <ac:spMkLst>
            <pc:docMk/>
            <pc:sldMk cId="1385657931" sldId="276"/>
            <ac:spMk id="18" creationId="{F72D119F-8562-42DA-AE9A-70D44FDCFD12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19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0" creationId="{B497CCB5-5FC2-473C-AFCC-2430CEF1DF71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21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2" creationId="{599C8C75-BFDF-44E7-A028-EEB5EDD58817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3" creationId="{60B21A5C-062F-46C2-8389-53D40F46AA26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4" creationId="{8A177BCC-4208-4795-8572-4D623BA1E2A0}"/>
          </ac:spMkLst>
        </pc:spChg>
        <pc:graphicFrameChg chg="add del">
          <ac:chgData name="Gabriel Quintella" userId="0401f16030b3bbcc" providerId="LiveId" clId="{86B6C13F-8E64-4619-891B-E03FFA006484}" dt="2022-01-13T01:22:15.763" v="2456" actId="26606"/>
          <ac:graphicFrameMkLst>
            <pc:docMk/>
            <pc:sldMk cId="1385657931" sldId="276"/>
            <ac:graphicFrameMk id="9" creationId="{972FB176-1694-47B9-820E-D8A7DDF2C2AA}"/>
          </ac:graphicFrameMkLst>
        </pc:graphicFrameChg>
        <pc:graphicFrameChg chg="add del mod">
          <ac:chgData name="Gabriel Quintella" userId="0401f16030b3bbcc" providerId="LiveId" clId="{86B6C13F-8E64-4619-891B-E03FFA006484}" dt="2022-01-13T01:23:06.471" v="2471" actId="478"/>
          <ac:graphicFrameMkLst>
            <pc:docMk/>
            <pc:sldMk cId="1385657931" sldId="276"/>
            <ac:graphicFrameMk id="11" creationId="{B83116FA-758E-4A18-8AD1-D14FADB482F8}"/>
          </ac:graphicFrameMkLst>
        </pc:graphicFrameChg>
        <pc:picChg chg="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4" creationId="{8FBED80D-7006-4868-BD2E-0119D360BC36}"/>
          </ac:picMkLst>
        </pc:picChg>
        <pc:picChg chg="add del mod">
          <ac:chgData name="Gabriel Quintella" userId="0401f16030b3bbcc" providerId="LiveId" clId="{86B6C13F-8E64-4619-891B-E03FFA006484}" dt="2022-01-13T01:34:12.010" v="2591" actId="21"/>
          <ac:picMkLst>
            <pc:docMk/>
            <pc:sldMk cId="1385657931" sldId="276"/>
            <ac:picMk id="10" creationId="{37E92CBE-FF5C-4343-978C-3FFE09E659D6}"/>
          </ac:picMkLst>
        </pc:picChg>
        <pc:picChg chg="add 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13" creationId="{A517D2CE-BB1F-4D28-BC65-17B86E20B4AD}"/>
          </ac:picMkLst>
        </pc:picChg>
      </pc:sldChg>
      <pc:sldChg chg="addSp delSp modSp add mod ord setBg">
        <pc:chgData name="Gabriel Quintella" userId="0401f16030b3bbcc" providerId="LiveId" clId="{86B6C13F-8E64-4619-891B-E03FFA006484}" dt="2022-01-13T01:31:56.345" v="2562" actId="21"/>
        <pc:sldMkLst>
          <pc:docMk/>
          <pc:sldMk cId="3184808388" sldId="277"/>
        </pc:sldMkLst>
        <pc:spChg chg="add del mod">
          <ac:chgData name="Gabriel Quintella" userId="0401f16030b3bbcc" providerId="LiveId" clId="{86B6C13F-8E64-4619-891B-E03FFA006484}" dt="2022-01-13T01:31:51.956" v="2559" actId="478"/>
          <ac:spMkLst>
            <pc:docMk/>
            <pc:sldMk cId="3184808388" sldId="27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28:24.869" v="2525" actId="26606"/>
          <ac:spMkLst>
            <pc:docMk/>
            <pc:sldMk cId="3184808388" sldId="277"/>
            <ac:spMk id="9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01:31:56.345" v="2562" actId="21"/>
          <ac:picMkLst>
            <pc:docMk/>
            <pc:sldMk cId="3184808388" sldId="277"/>
            <ac:picMk id="5" creationId="{A7597F68-C3D0-4BBA-AA9D-3FAADA7932A0}"/>
          </ac:picMkLst>
        </pc:picChg>
      </pc:sldChg>
      <pc:sldChg chg="addSp delSp modSp new del mod">
        <pc:chgData name="Gabriel Quintella" userId="0401f16030b3bbcc" providerId="LiveId" clId="{86B6C13F-8E64-4619-891B-E03FFA006484}" dt="2022-01-13T19:12:21.173" v="3313" actId="2696"/>
        <pc:sldMkLst>
          <pc:docMk/>
          <pc:sldMk cId="3312118406" sldId="278"/>
        </pc:sldMkLst>
        <pc:spChg chg="del">
          <ac:chgData name="Gabriel Quintella" userId="0401f16030b3bbcc" providerId="LiveId" clId="{86B6C13F-8E64-4619-891B-E03FFA006484}" dt="2022-01-13T01:29:24.440" v="2537" actId="478"/>
          <ac:spMkLst>
            <pc:docMk/>
            <pc:sldMk cId="3312118406" sldId="278"/>
            <ac:spMk id="2" creationId="{2E7099F1-0344-482D-9830-4243B50E15D2}"/>
          </ac:spMkLst>
        </pc:spChg>
        <pc:spChg chg="del">
          <ac:chgData name="Gabriel Quintella" userId="0401f16030b3bbcc" providerId="LiveId" clId="{86B6C13F-8E64-4619-891B-E03FFA006484}" dt="2022-01-13T01:29:26.958" v="2538" actId="478"/>
          <ac:spMkLst>
            <pc:docMk/>
            <pc:sldMk cId="3312118406" sldId="278"/>
            <ac:spMk id="3" creationId="{A3AA1112-A00A-44DB-B7C5-EEDB3AA18656}"/>
          </ac:spMkLst>
        </pc:spChg>
        <pc:spChg chg="add mod">
          <ac:chgData name="Gabriel Quintella" userId="0401f16030b3bbcc" providerId="LiveId" clId="{86B6C13F-8E64-4619-891B-E03FFA006484}" dt="2022-01-13T01:30:06.387" v="2541"/>
          <ac:spMkLst>
            <pc:docMk/>
            <pc:sldMk cId="3312118406" sldId="278"/>
            <ac:spMk id="4" creationId="{AD68072D-34E9-4E75-8C96-E16AE365B94F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3:48.553" v="2585"/>
        <pc:sldMkLst>
          <pc:docMk/>
          <pc:sldMk cId="3440083160" sldId="279"/>
        </pc:sldMkLst>
        <pc:spChg chg="del mod">
          <ac:chgData name="Gabriel Quintella" userId="0401f16030b3bbcc" providerId="LiveId" clId="{86B6C13F-8E64-4619-891B-E03FFA006484}" dt="2022-01-13T01:33:19.659" v="2579" actId="478"/>
          <ac:spMkLst>
            <pc:docMk/>
            <pc:sldMk cId="3440083160" sldId="279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01:32:55.390" v="2572"/>
          <ac:spMkLst>
            <pc:docMk/>
            <pc:sldMk cId="3440083160" sldId="279"/>
            <ac:spMk id="6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58.225" v="2573" actId="26606"/>
          <ac:spMkLst>
            <pc:docMk/>
            <pc:sldMk cId="3440083160" sldId="279"/>
            <ac:spMk id="9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1" creationId="{E02FA569-E662-47BB-82E5-A4E7158E3BCD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2" creationId="{9CC12CF3-AA19-4820-97A6-E02A5DCA612F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3" creationId="{AA900FCE-0081-4181-AE77-8A5869CAFB90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4" creationId="{1215DDE9-BA4C-4D5B-B30B-719A7EE25EE8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5" creationId="{BDF9DA4F-1441-472E-B3F7-DFEFC350662B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6" creationId="{61C84FE3-E625-4765-9B0C-0D14780E57AA}"/>
          </ac:spMkLst>
        </pc:spChg>
        <pc:spChg chg="add mod">
          <ac:chgData name="Gabriel Quintella" userId="0401f16030b3bbcc" providerId="LiveId" clId="{86B6C13F-8E64-4619-891B-E03FFA006484}" dt="2022-01-13T01:33:48.553" v="2585"/>
          <ac:spMkLst>
            <pc:docMk/>
            <pc:sldMk cId="3440083160" sldId="279"/>
            <ac:spMk id="17" creationId="{FAA6086C-87A8-4114-A27F-C081E449C89C}"/>
          </ac:spMkLst>
        </pc:s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7" creationId="{19FA6B79-B25C-4224-AE05-DE23F29016FC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8" creationId="{DCFC1EEB-8CD9-4EBC-A3AD-10E1CF3BC67B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10" creationId="{49F386EC-44B0-4412-964F-86862F574029}"/>
          </ac:grpSpMkLst>
        </pc:grpChg>
        <pc:picChg chg="mod">
          <ac:chgData name="Gabriel Quintella" userId="0401f16030b3bbcc" providerId="LiveId" clId="{86B6C13F-8E64-4619-891B-E03FFA006484}" dt="2022-01-13T01:33:25.046" v="2582" actId="1076"/>
          <ac:picMkLst>
            <pc:docMk/>
            <pc:sldMk cId="3440083160" sldId="27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8:06.806" v="2634" actId="26606"/>
        <pc:sldMkLst>
          <pc:docMk/>
          <pc:sldMk cId="1699139359" sldId="280"/>
        </pc:sldMkLst>
        <pc:spChg chg="del">
          <ac:chgData name="Gabriel Quintella" userId="0401f16030b3bbcc" providerId="LiveId" clId="{86B6C13F-8E64-4619-891B-E03FFA006484}" dt="2022-01-13T01:35:18.432" v="2603" actId="478"/>
          <ac:spMkLst>
            <pc:docMk/>
            <pc:sldMk cId="1699139359" sldId="280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3" creationId="{1C68C712-3EB5-4548-B017-0B4D8DE9FFB9}"/>
          </ac:spMkLst>
        </pc:spChg>
        <pc:spChg chg="add del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5:12.598" v="2601"/>
          <ac:spMkLst>
            <pc:docMk/>
            <pc:sldMk cId="1699139359" sldId="280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11" creationId="{E49CC64F-7275-4E33-961B-0C5CDC439875}"/>
          </ac:spMkLst>
        </pc:spChg>
        <pc:picChg chg="ord">
          <ac:chgData name="Gabriel Quintella" userId="0401f16030b3bbcc" providerId="LiveId" clId="{86B6C13F-8E64-4619-891B-E03FFA006484}" dt="2022-01-13T01:36:24.491" v="2607" actId="26606"/>
          <ac:picMkLst>
            <pc:docMk/>
            <pc:sldMk cId="1699139359" sldId="280"/>
            <ac:picMk id="4" creationId="{8FBED80D-7006-4868-BD2E-0119D360BC36}"/>
          </ac:picMkLst>
        </pc:picChg>
        <pc:picChg chg="del">
          <ac:chgData name="Gabriel Quintella" userId="0401f16030b3bbcc" providerId="LiveId" clId="{86B6C13F-8E64-4619-891B-E03FFA006484}" dt="2022-01-13T01:35:16.044" v="2602" actId="478"/>
          <ac:picMkLst>
            <pc:docMk/>
            <pc:sldMk cId="1699139359" sldId="280"/>
            <ac:picMk id="5" creationId="{A7597F68-C3D0-4BBA-AA9D-3FAADA7932A0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4:19.538" v="3013" actId="20577"/>
        <pc:sldMkLst>
          <pc:docMk/>
          <pc:sldMk cId="1909856853" sldId="281"/>
        </pc:sldMkLst>
        <pc:spChg chg="mod">
          <ac:chgData name="Gabriel Quintella" userId="0401f16030b3bbcc" providerId="LiveId" clId="{86B6C13F-8E64-4619-891B-E03FFA006484}" dt="2022-01-13T18:54:19.538" v="3013" actId="20577"/>
          <ac:spMkLst>
            <pc:docMk/>
            <pc:sldMk cId="1909856853" sldId="281"/>
            <ac:spMk id="3" creationId="{1C68C712-3EB5-4548-B017-0B4D8DE9FFB9}"/>
          </ac:spMkLst>
        </pc:spChg>
        <pc:spChg chg="del">
          <ac:chgData name="Gabriel Quintella" userId="0401f16030b3bbcc" providerId="LiveId" clId="{86B6C13F-8E64-4619-891B-E03FFA006484}" dt="2022-01-13T01:37:01.771" v="2612"/>
          <ac:spMkLst>
            <pc:docMk/>
            <pc:sldMk cId="1909856853" sldId="281"/>
            <ac:spMk id="6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7:07.509" v="2614" actId="26606"/>
          <ac:spMkLst>
            <pc:docMk/>
            <pc:sldMk cId="1909856853" sldId="281"/>
            <ac:spMk id="9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6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37:07.509" v="2614" actId="26606"/>
          <ac:picMkLst>
            <pc:docMk/>
            <pc:sldMk cId="1909856853" sldId="281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9:04.145" v="2641" actId="27636"/>
        <pc:sldMkLst>
          <pc:docMk/>
          <pc:sldMk cId="777463436" sldId="282"/>
        </pc:sldMkLst>
        <pc:spChg chg="mod">
          <ac:chgData name="Gabriel Quintella" userId="0401f16030b3bbcc" providerId="LiveId" clId="{86B6C13F-8E64-4619-891B-E03FFA006484}" dt="2022-01-13T01:39:04.145" v="2641" actId="27636"/>
          <ac:spMkLst>
            <pc:docMk/>
            <pc:sldMk cId="777463436" sldId="282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8:52.569" v="2639" actId="26606"/>
          <ac:spMkLst>
            <pc:docMk/>
            <pc:sldMk cId="777463436" sldId="282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8:48.025" v="2638"/>
          <ac:spMkLst>
            <pc:docMk/>
            <pc:sldMk cId="777463436" sldId="282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9:56.894" v="2680" actId="27636"/>
        <pc:sldMkLst>
          <pc:docMk/>
          <pc:sldMk cId="773420452" sldId="283"/>
        </pc:sldMkLst>
        <pc:spChg chg="mod">
          <ac:chgData name="Gabriel Quintella" userId="0401f16030b3bbcc" providerId="LiveId" clId="{86B6C13F-8E64-4619-891B-E03FFA006484}" dt="2022-01-13T01:39:56.894" v="2680" actId="27636"/>
          <ac:spMkLst>
            <pc:docMk/>
            <pc:sldMk cId="773420452" sldId="283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9:39.344" v="2645" actId="26606"/>
          <ac:spMkLst>
            <pc:docMk/>
            <pc:sldMk cId="773420452" sldId="283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9:32.744" v="2644"/>
          <ac:spMkLst>
            <pc:docMk/>
            <pc:sldMk cId="773420452" sldId="283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01:43:26.795" v="2703" actId="2696"/>
        <pc:sldMkLst>
          <pc:docMk/>
          <pc:sldMk cId="965696020" sldId="284"/>
        </pc:sldMkLst>
        <pc:spChg chg="add del mod">
          <ac:chgData name="Gabriel Quintella" userId="0401f16030b3bbcc" providerId="LiveId" clId="{86B6C13F-8E64-4619-891B-E03FFA006484}" dt="2022-01-13T01:41:06.821" v="2690" actId="478"/>
          <ac:spMkLst>
            <pc:docMk/>
            <pc:sldMk cId="965696020" sldId="284"/>
            <ac:spMk id="2" creationId="{4EC77961-1C83-4FC4-B614-FC85BD71B714}"/>
          </ac:spMkLst>
        </pc:spChg>
        <pc:spChg chg="del mod">
          <ac:chgData name="Gabriel Quintella" userId="0401f16030b3bbcc" providerId="LiveId" clId="{86B6C13F-8E64-4619-891B-E03FFA006484}" dt="2022-01-13T01:40:36.157" v="2685" actId="478"/>
          <ac:spMkLst>
            <pc:docMk/>
            <pc:sldMk cId="965696020" sldId="284"/>
            <ac:spMk id="3" creationId="{1C68C712-3EB5-4548-B017-0B4D8DE9FFB9}"/>
          </ac:spMkLst>
        </pc:spChg>
        <pc:spChg chg="add del mod">
          <ac:chgData name="Gabriel Quintella" userId="0401f16030b3bbcc" providerId="LiveId" clId="{86B6C13F-8E64-4619-891B-E03FFA006484}" dt="2022-01-13T01:42:09.515" v="2696" actId="478"/>
          <ac:spMkLst>
            <pc:docMk/>
            <pc:sldMk cId="965696020" sldId="284"/>
            <ac:spMk id="5" creationId="{E98E879F-5FE5-41F8-B171-A4DF0D8272F0}"/>
          </ac:spMkLst>
        </pc:spChg>
        <pc:spChg chg="del">
          <ac:chgData name="Gabriel Quintella" userId="0401f16030b3bbcc" providerId="LiveId" clId="{86B6C13F-8E64-4619-891B-E03FFA006484}" dt="2022-01-13T01:40:25.363" v="2683"/>
          <ac:spMkLst>
            <pc:docMk/>
            <pc:sldMk cId="965696020" sldId="284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01:44:35.810" v="2722" actId="1076"/>
        <pc:sldMkLst>
          <pc:docMk/>
          <pc:sldMk cId="687545986" sldId="285"/>
        </pc:sldMkLst>
        <pc:spChg chg="mod">
          <ac:chgData name="Gabriel Quintella" userId="0401f16030b3bbcc" providerId="LiveId" clId="{86B6C13F-8E64-4619-891B-E03FFA006484}" dt="2022-01-13T01:44:24.930" v="2719" actId="1076"/>
          <ac:spMkLst>
            <pc:docMk/>
            <pc:sldMk cId="687545986" sldId="285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43:09.420" v="2699" actId="26606"/>
          <ac:spMkLst>
            <pc:docMk/>
            <pc:sldMk cId="687545986" sldId="285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43:07" v="2698"/>
          <ac:spMkLst>
            <pc:docMk/>
            <pc:sldMk cId="687545986" sldId="285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43:15.415" v="2702" actId="27614"/>
          <ac:picMkLst>
            <pc:docMk/>
            <pc:sldMk cId="687545986" sldId="285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3T01:44:35.810" v="2722" actId="1076"/>
          <ac:picMkLst>
            <pc:docMk/>
            <pc:sldMk cId="687545986" sldId="285"/>
            <ac:picMk id="7" creationId="{B41F1472-0DD0-47A3-B45F-3DE57BF80D5A}"/>
          </ac:picMkLst>
        </pc:picChg>
      </pc:sldChg>
      <pc:sldChg chg="addSp delSp modSp add mod ord setBg delDesignElem modShow chgLayout">
        <pc:chgData name="Gabriel Quintella" userId="0401f16030b3bbcc" providerId="LiveId" clId="{86B6C13F-8E64-4619-891B-E03FFA006484}" dt="2022-01-13T22:54:53.280" v="3444" actId="729"/>
        <pc:sldMkLst>
          <pc:docMk/>
          <pc:sldMk cId="1655760290" sldId="286"/>
        </pc:sldMkLst>
        <pc:spChg chg="mod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2" creationId="{A22A48B3-5314-4374-A82C-5EA1D94D2747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3" creationId="{AA26B26F-D17A-4309-A42F-B38D21159C43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5" creationId="{585FDAA1-D97A-4717-85D7-E8EACFA9826F}"/>
          </ac:spMkLst>
        </pc:spChg>
        <pc:spChg chg="add del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1:40.043" v="2734"/>
          <ac:spMkLst>
            <pc:docMk/>
            <pc:sldMk cId="1655760290" sldId="286"/>
            <ac:spMk id="1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14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22:53:42.601" v="3438" actId="478"/>
          <ac:picMkLst>
            <pc:docMk/>
            <pc:sldMk cId="1655760290" sldId="286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86B6C13F-8E64-4619-891B-E03FFA006484}" dt="2022-01-13T18:45:51.951" v="2796" actId="1076"/>
        <pc:sldMkLst>
          <pc:docMk/>
          <pc:sldMk cId="2687159608" sldId="287"/>
        </pc:sldMkLst>
        <pc:spChg chg="mod">
          <ac:chgData name="Gabriel Quintella" userId="0401f16030b3bbcc" providerId="LiveId" clId="{86B6C13F-8E64-4619-891B-E03FFA006484}" dt="2022-01-13T18:45:51.951" v="2796" actId="1076"/>
          <ac:spMkLst>
            <pc:docMk/>
            <pc:sldMk cId="2687159608" sldId="28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18:45:16.044" v="2786" actId="26606"/>
          <ac:spMkLst>
            <pc:docMk/>
            <pc:sldMk cId="2687159608" sldId="287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5:07.610" v="2783"/>
          <ac:spMkLst>
            <pc:docMk/>
            <pc:sldMk cId="2687159608" sldId="287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18:50:34.217" v="2911" actId="2696"/>
        <pc:sldMkLst>
          <pc:docMk/>
          <pc:sldMk cId="1852389407" sldId="288"/>
        </pc:sldMkLst>
        <pc:spChg chg="add del mod">
          <ac:chgData name="Gabriel Quintella" userId="0401f16030b3bbcc" providerId="LiveId" clId="{86B6C13F-8E64-4619-891B-E03FFA006484}" dt="2022-01-13T18:46:59.584" v="2812" actId="26606"/>
          <ac:spMkLst>
            <pc:docMk/>
            <pc:sldMk cId="1852389407" sldId="288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18:45:24.745" v="2788"/>
          <ac:spMkLst>
            <pc:docMk/>
            <pc:sldMk cId="1852389407" sldId="288"/>
            <ac:spMk id="6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18:46:59.569" v="2811" actId="26606"/>
          <ac:graphicFrameMkLst>
            <pc:docMk/>
            <pc:sldMk cId="1852389407" sldId="288"/>
            <ac:graphicFrameMk id="7" creationId="{E97A2634-D07B-4645-BDA7-020BCCF1DB1F}"/>
          </ac:graphicFrameMkLst>
        </pc:graphicFrameChg>
        <pc:graphicFrameChg chg="add del mod modGraphic">
          <ac:chgData name="Gabriel Quintella" userId="0401f16030b3bbcc" providerId="LiveId" clId="{86B6C13F-8E64-4619-891B-E03FFA006484}" dt="2022-01-13T18:49:13.924" v="2831" actId="21"/>
          <ac:graphicFrameMkLst>
            <pc:docMk/>
            <pc:sldMk cId="1852389407" sldId="288"/>
            <ac:graphicFrameMk id="9" creationId="{55398EB4-4B1A-417A-BEAF-57EC2321A5B0}"/>
          </ac:graphicFrameMkLst>
        </pc:graphicFrameChg>
      </pc:sldChg>
      <pc:sldChg chg="addSp delSp modSp add mod setBg delDesignElem">
        <pc:chgData name="Gabriel Quintella" userId="0401f16030b3bbcc" providerId="LiveId" clId="{86B6C13F-8E64-4619-891B-E03FFA006484}" dt="2022-01-13T18:52:25.065" v="2971" actId="14100"/>
        <pc:sldMkLst>
          <pc:docMk/>
          <pc:sldMk cId="1572128505" sldId="289"/>
        </pc:sldMkLst>
        <pc:spChg chg="del mod">
          <ac:chgData name="Gabriel Quintella" userId="0401f16030b3bbcc" providerId="LiveId" clId="{86B6C13F-8E64-4619-891B-E03FFA006484}" dt="2022-01-13T18:49:17.446" v="2832" actId="478"/>
          <ac:spMkLst>
            <pc:docMk/>
            <pc:sldMk cId="1572128505" sldId="289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18:52:25.065" v="2971" actId="14100"/>
          <ac:spMkLst>
            <pc:docMk/>
            <pc:sldMk cId="1572128505" sldId="289"/>
            <ac:spMk id="3" creationId="{6ECE45D1-F65A-44E4-88A0-371BF51EE333}"/>
          </ac:spMkLst>
        </pc:spChg>
        <pc:spChg chg="del">
          <ac:chgData name="Gabriel Quintella" userId="0401f16030b3bbcc" providerId="LiveId" clId="{86B6C13F-8E64-4619-891B-E03FFA006484}" dt="2022-01-13T18:48:49.007" v="2827"/>
          <ac:spMkLst>
            <pc:docMk/>
            <pc:sldMk cId="1572128505" sldId="289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18:51:06.402" v="2921"/>
          <ac:spMkLst>
            <pc:docMk/>
            <pc:sldMk cId="1572128505" sldId="289"/>
            <ac:spMk id="8" creationId="{9721CF79-CA12-4D1C-AAAB-7BCBF9B21142}"/>
          </ac:spMkLst>
        </pc:spChg>
        <pc:spChg chg="add del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14" creationId="{E49CC64F-7275-4E33-961B-0C5CDC439875}"/>
          </ac:spMkLst>
        </pc:spChg>
        <pc:graphicFrameChg chg="add del mod">
          <ac:chgData name="Gabriel Quintella" userId="0401f16030b3bbcc" providerId="LiveId" clId="{86B6C13F-8E64-4619-891B-E03FFA006484}" dt="2022-01-13T18:52:16.951" v="2968" actId="478"/>
          <ac:graphicFrameMkLst>
            <pc:docMk/>
            <pc:sldMk cId="1572128505" sldId="289"/>
            <ac:graphicFrameMk id="7" creationId="{1CD56C09-10A8-422B-B4DD-172D77F9EB70}"/>
          </ac:graphicFrameMkLst>
        </pc:graphicFrameChg>
        <pc:picChg chg="ord">
          <ac:chgData name="Gabriel Quintella" userId="0401f16030b3bbcc" providerId="LiveId" clId="{86B6C13F-8E64-4619-891B-E03FFA006484}" dt="2022-01-13T18:52:21.861" v="2970" actId="26606"/>
          <ac:picMkLst>
            <pc:docMk/>
            <pc:sldMk cId="1572128505" sldId="28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2:12.270" v="2967"/>
        <pc:sldMkLst>
          <pc:docMk/>
          <pc:sldMk cId="3433790968" sldId="290"/>
        </pc:sldMkLst>
        <pc:spChg chg="mod ord">
          <ac:chgData name="Gabriel Quintella" userId="0401f16030b3bbcc" providerId="LiveId" clId="{86B6C13F-8E64-4619-891B-E03FFA006484}" dt="2022-01-13T18:52:00.549" v="2966" actId="1076"/>
          <ac:spMkLst>
            <pc:docMk/>
            <pc:sldMk cId="3433790968" sldId="290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8:51:38.204" v="2930" actId="26606"/>
          <ac:spMkLst>
            <pc:docMk/>
            <pc:sldMk cId="3433790968" sldId="29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1:14.450" v="2926"/>
          <ac:spMkLst>
            <pc:docMk/>
            <pc:sldMk cId="3433790968" sldId="290"/>
            <ac:spMk id="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18:51:30.775" v="2928" actId="26606"/>
          <ac:spMkLst>
            <pc:docMk/>
            <pc:sldMk cId="3433790968" sldId="290"/>
            <ac:spMk id="12" creationId="{E49CC64F-7275-4E33-961B-0C5CDC439875}"/>
          </ac:spMkLst>
        </pc:spChg>
        <pc:graphicFrameChg chg="del modGraphic">
          <ac:chgData name="Gabriel Quintella" userId="0401f16030b3bbcc" providerId="LiveId" clId="{86B6C13F-8E64-4619-891B-E03FFA006484}" dt="2022-01-13T18:51:36.241" v="2929" actId="478"/>
          <ac:graphicFrameMkLst>
            <pc:docMk/>
            <pc:sldMk cId="3433790968" sldId="290"/>
            <ac:graphicFrameMk id="7" creationId="{1CD56C09-10A8-422B-B4DD-172D77F9EB70}"/>
          </ac:graphicFrameMkLst>
        </pc:graphicFrameChg>
        <pc:graphicFrameChg chg="add mod">
          <ac:chgData name="Gabriel Quintella" userId="0401f16030b3bbcc" providerId="LiveId" clId="{86B6C13F-8E64-4619-891B-E03FFA006484}" dt="2022-01-13T18:52:12.270" v="2967"/>
          <ac:graphicFrameMkLst>
            <pc:docMk/>
            <pc:sldMk cId="3433790968" sldId="290"/>
            <ac:graphicFrameMk id="8" creationId="{A52B6BAD-EE39-4CA9-B817-2F9BA249C869}"/>
          </ac:graphicFrameMkLst>
        </pc:graphicFrameChg>
        <pc:picChg chg="ord">
          <ac:chgData name="Gabriel Quintella" userId="0401f16030b3bbcc" providerId="LiveId" clId="{86B6C13F-8E64-4619-891B-E03FFA006484}" dt="2022-01-13T18:51:38.204" v="2930" actId="26606"/>
          <ac:picMkLst>
            <pc:docMk/>
            <pc:sldMk cId="3433790968" sldId="290"/>
            <ac:picMk id="4" creationId="{8FBED80D-7006-4868-BD2E-0119D360BC36}"/>
          </ac:picMkLst>
        </pc:picChg>
      </pc:sldChg>
      <pc:sldChg chg="addSp delSp add mod ord setBg delDesignElem">
        <pc:chgData name="Gabriel Quintella" userId="0401f16030b3bbcc" providerId="LiveId" clId="{86B6C13F-8E64-4619-891B-E03FFA006484}" dt="2022-01-13T18:54:07.158" v="3011"/>
        <pc:sldMkLst>
          <pc:docMk/>
          <pc:sldMk cId="1904286443" sldId="291"/>
        </pc:sldMkLst>
        <pc:spChg chg="add">
          <ac:chgData name="Gabriel Quintella" userId="0401f16030b3bbcc" providerId="LiveId" clId="{86B6C13F-8E64-4619-891B-E03FFA006484}" dt="2022-01-13T18:53:55.602" v="3009" actId="26606"/>
          <ac:spMkLst>
            <pc:docMk/>
            <pc:sldMk cId="1904286443" sldId="291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3:46.270" v="3008"/>
          <ac:spMkLst>
            <pc:docMk/>
            <pc:sldMk cId="1904286443" sldId="291"/>
            <ac:spMk id="513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8:55:55.920" v="3018"/>
        <pc:sldMkLst>
          <pc:docMk/>
          <pc:sldMk cId="135026700" sldId="292"/>
        </pc:sldMkLst>
        <pc:spChg chg="del">
          <ac:chgData name="Gabriel Quintella" userId="0401f16030b3bbcc" providerId="LiveId" clId="{86B6C13F-8E64-4619-891B-E03FFA006484}" dt="2022-01-13T18:55:48.891" v="3015"/>
          <ac:spMkLst>
            <pc:docMk/>
            <pc:sldMk cId="135026700" sldId="292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5:53.227" v="3016" actId="26606"/>
          <ac:spMkLst>
            <pc:docMk/>
            <pc:sldMk cId="135026700" sldId="292"/>
            <ac:spMk id="5124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7.259" v="3024"/>
        <pc:sldMkLst>
          <pc:docMk/>
          <pc:sldMk cId="172859489" sldId="293"/>
        </pc:sldMkLst>
        <pc:spChg chg="add del">
          <ac:chgData name="Gabriel Quintella" userId="0401f16030b3bbcc" providerId="LiveId" clId="{86B6C13F-8E64-4619-891B-E03FFA006484}" dt="2022-01-13T18:56:27.259" v="3024"/>
          <ac:spMkLst>
            <pc:docMk/>
            <pc:sldMk cId="172859489" sldId="293"/>
            <ac:spMk id="6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0.165" v="3021"/>
        <pc:sldMkLst>
          <pc:docMk/>
          <pc:sldMk cId="2416047771" sldId="293"/>
        </pc:sldMkLst>
        <pc:spChg chg="add del">
          <ac:chgData name="Gabriel Quintella" userId="0401f16030b3bbcc" providerId="LiveId" clId="{86B6C13F-8E64-4619-891B-E03FFA006484}" dt="2022-01-13T18:56:20.165" v="3021"/>
          <ac:spMkLst>
            <pc:docMk/>
            <pc:sldMk cId="2416047771" sldId="293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06:27.739" v="3188" actId="20577"/>
        <pc:sldMkLst>
          <pc:docMk/>
          <pc:sldMk cId="4230135495" sldId="293"/>
        </pc:sldMkLst>
        <pc:spChg chg="mod">
          <ac:chgData name="Gabriel Quintella" userId="0401f16030b3bbcc" providerId="LiveId" clId="{86B6C13F-8E64-4619-891B-E03FFA006484}" dt="2022-01-13T18:57:44.212" v="3036" actId="1076"/>
          <ac:spMkLst>
            <pc:docMk/>
            <pc:sldMk cId="4230135495" sldId="293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6:27.739" v="3188" actId="20577"/>
          <ac:spMkLst>
            <pc:docMk/>
            <pc:sldMk cId="4230135495" sldId="293"/>
            <ac:spMk id="6" creationId="{D60CCAAD-3C02-470F-925A-126788200B27}"/>
          </ac:spMkLst>
        </pc:spChg>
        <pc:spChg chg="add">
          <ac:chgData name="Gabriel Quintella" userId="0401f16030b3bbcc" providerId="LiveId" clId="{86B6C13F-8E64-4619-891B-E03FFA006484}" dt="2022-01-13T18:56:48.114" v="3028" actId="26606"/>
          <ac:spMkLst>
            <pc:docMk/>
            <pc:sldMk cId="4230135495" sldId="293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6:37.279" v="3026"/>
          <ac:spMkLst>
            <pc:docMk/>
            <pc:sldMk cId="4230135495" sldId="293"/>
            <ac:spMk id="16" creationId="{E49CC64F-7275-4E33-961B-0C5CDC439875}"/>
          </ac:spMkLst>
        </pc:spChg>
      </pc:sldChg>
      <pc:sldChg chg="addSp delSp modSp add mod ord setBg">
        <pc:chgData name="Gabriel Quintella" userId="0401f16030b3bbcc" providerId="LiveId" clId="{86B6C13F-8E64-4619-891B-E03FFA006484}" dt="2022-01-13T22:53:03.652" v="3436" actId="1076"/>
        <pc:sldMkLst>
          <pc:docMk/>
          <pc:sldMk cId="2164335242" sldId="294"/>
        </pc:sldMkLst>
        <pc:spChg chg="del mod">
          <ac:chgData name="Gabriel Quintella" userId="0401f16030b3bbcc" providerId="LiveId" clId="{86B6C13F-8E64-4619-891B-E03FFA006484}" dt="2022-01-13T19:05:30.705" v="3143" actId="478"/>
          <ac:spMkLst>
            <pc:docMk/>
            <pc:sldMk cId="2164335242" sldId="294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5:36.080" v="3151" actId="20577"/>
          <ac:spMkLst>
            <pc:docMk/>
            <pc:sldMk cId="2164335242" sldId="294"/>
            <ac:spMk id="5" creationId="{D86D8CF5-B4DD-4859-8189-87D21ED72214}"/>
          </ac:spMkLst>
        </pc:spChg>
        <pc:spChg chg="add mod">
          <ac:chgData name="Gabriel Quintella" userId="0401f16030b3bbcc" providerId="LiveId" clId="{86B6C13F-8E64-4619-891B-E03FFA006484}" dt="2022-01-13T22:53:03.652" v="3436" actId="1076"/>
          <ac:spMkLst>
            <pc:docMk/>
            <pc:sldMk cId="2164335242" sldId="294"/>
            <ac:spMk id="6" creationId="{710F79CB-D57A-499E-9225-55187AFDECBE}"/>
          </ac:spMkLst>
        </pc:spChg>
        <pc:spChg chg="add">
          <ac:chgData name="Gabriel Quintella" userId="0401f16030b3bbcc" providerId="LiveId" clId="{86B6C13F-8E64-4619-891B-E03FFA006484}" dt="2022-01-13T18:56:50.790" v="3029" actId="26606"/>
          <ac:spMkLst>
            <pc:docMk/>
            <pc:sldMk cId="2164335242" sldId="294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9:09:34.112" v="3251"/>
        <pc:sldMkLst>
          <pc:docMk/>
          <pc:sldMk cId="1470431032" sldId="295"/>
        </pc:sldMkLst>
        <pc:spChg chg="add">
          <ac:chgData name="Gabriel Quintella" userId="0401f16030b3bbcc" providerId="LiveId" clId="{86B6C13F-8E64-4619-891B-E03FFA006484}" dt="2022-01-13T19:09:20.590" v="3249" actId="26606"/>
          <ac:spMkLst>
            <pc:docMk/>
            <pc:sldMk cId="1470431032" sldId="295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16.084" v="3248"/>
          <ac:spMkLst>
            <pc:docMk/>
            <pc:sldMk cId="1470431032" sldId="295"/>
            <ac:spMk id="512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11:16.878" v="3284" actId="1076"/>
        <pc:sldMkLst>
          <pc:docMk/>
          <pc:sldMk cId="267626220" sldId="296"/>
        </pc:sldMkLst>
        <pc:spChg chg="mod">
          <ac:chgData name="Gabriel Quintella" userId="0401f16030b3bbcc" providerId="LiveId" clId="{86B6C13F-8E64-4619-891B-E03FFA006484}" dt="2022-01-13T19:11:16.878" v="3284" actId="1076"/>
          <ac:spMkLst>
            <pc:docMk/>
            <pc:sldMk cId="267626220" sldId="296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09:56.569" v="3255" actId="26606"/>
          <ac:spMkLst>
            <pc:docMk/>
            <pc:sldMk cId="267626220" sldId="29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52.893" v="3254"/>
          <ac:spMkLst>
            <pc:docMk/>
            <pc:sldMk cId="267626220" sldId="296"/>
            <ac:spMk id="14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19:12:17.481" v="3312" actId="1076"/>
        <pc:sldMkLst>
          <pc:docMk/>
          <pc:sldMk cId="1198528274" sldId="297"/>
        </pc:sldMkLst>
        <pc:spChg chg="mod">
          <ac:chgData name="Gabriel Quintella" userId="0401f16030b3bbcc" providerId="LiveId" clId="{86B6C13F-8E64-4619-891B-E03FFA006484}" dt="2022-01-13T19:11:53.057" v="3308" actId="1076"/>
          <ac:spMkLst>
            <pc:docMk/>
            <pc:sldMk cId="1198528274" sldId="297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10:12.434" v="3260" actId="26606"/>
          <ac:spMkLst>
            <pc:docMk/>
            <pc:sldMk cId="1198528274" sldId="297"/>
            <ac:spMk id="6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19:12:17.481" v="3312" actId="1076"/>
          <ac:spMkLst>
            <pc:docMk/>
            <pc:sldMk cId="1198528274" sldId="297"/>
            <ac:spMk id="7" creationId="{59E45B0E-EDDC-4B43-BF4D-A42C67675045}"/>
          </ac:spMkLst>
        </pc:spChg>
        <pc:spChg chg="del">
          <ac:chgData name="Gabriel Quintella" userId="0401f16030b3bbcc" providerId="LiveId" clId="{86B6C13F-8E64-4619-891B-E03FFA006484}" dt="2022-01-13T19:10:07.507" v="3259"/>
          <ac:spMkLst>
            <pc:docMk/>
            <pc:sldMk cId="1198528274" sldId="297"/>
            <ac:spMk id="9" creationId="{E49CC64F-7275-4E33-961B-0C5CDC439875}"/>
          </ac:spMkLst>
        </pc:spChg>
      </pc:sldChg>
      <pc:sldChg chg="addSp delSp modSp add del mod delDesignElem chgLayout">
        <pc:chgData name="Gabriel Quintella" userId="0401f16030b3bbcc" providerId="LiveId" clId="{86B6C13F-8E64-4619-891B-E03FFA006484}" dt="2022-01-13T22:56:22.078" v="3452" actId="2890"/>
        <pc:sldMkLst>
          <pc:docMk/>
          <pc:sldMk cId="1368370005" sldId="298"/>
        </pc:sldMkLst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5" creationId="{BEF0287A-1FA9-4729-B736-F9437F1527DC}"/>
          </ac:spMkLst>
        </pc:spChg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6" creationId="{EEA5880C-DF18-44E2-AD43-07505E912BE1}"/>
          </ac:spMkLst>
        </pc:spChg>
        <pc:spChg chg="add del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9" creationId="{E49CC64F-7275-4E33-961B-0C5CDC439875}"/>
          </ac:spMkLst>
        </pc:spChg>
        <pc:picChg chg="add del">
          <ac:chgData name="Gabriel Quintella" userId="0401f16030b3bbcc" providerId="LiveId" clId="{86B6C13F-8E64-4619-891B-E03FFA006484}" dt="2022-01-13T22:55:13.383" v="3449"/>
          <ac:picMkLst>
            <pc:docMk/>
            <pc:sldMk cId="1368370005" sldId="298"/>
            <ac:picMk id="3" creationId="{102B1F5C-D7BA-47AF-9636-E41FE8E50320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4T01:41:13.331" v="3474" actId="2696"/>
        <pc:sldMkLst>
          <pc:docMk/>
          <pc:sldMk cId="1513947157" sldId="298"/>
        </pc:sldMkLst>
        <pc:spChg chg="del">
          <ac:chgData name="Gabriel Quintella" userId="0401f16030b3bbcc" providerId="LiveId" clId="{86B6C13F-8E64-4619-891B-E03FFA006484}" dt="2022-01-14T01:37:56.689" v="3455" actId="21"/>
          <ac:spMkLst>
            <pc:docMk/>
            <pc:sldMk cId="1513947157" sldId="298"/>
            <ac:spMk id="3" creationId="{64B2A27D-1B8D-4920-B4AD-1975A8ED6F4C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7" creationId="{22220111-5018-4EB7-A38B-79BD37F7C095}"/>
          </ac:spMkLst>
        </pc:spChg>
        <pc:spChg chg="del">
          <ac:chgData name="Gabriel Quintella" userId="0401f16030b3bbcc" providerId="LiveId" clId="{86B6C13F-8E64-4619-891B-E03FFA006484}" dt="2022-01-14T01:37:46.648" v="3454"/>
          <ac:spMkLst>
            <pc:docMk/>
            <pc:sldMk cId="1513947157" sldId="298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0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2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4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6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13.177" v="3459" actId="26606"/>
          <ac:spMkLst>
            <pc:docMk/>
            <pc:sldMk cId="1513947157" sldId="298"/>
            <ac:spMk id="18" creationId="{42A4FC2C-047E-45A5-965D-8E1E3BF09BC6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19" creationId="{2FAA70C3-2AD5-42D6-AC00-5977FEA4DA14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20" creationId="{5D1D4658-32CD-4903-BDA6-7B54EEA4ED6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3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5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7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9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31" creationId="{22220111-5018-4EB7-A38B-79BD37F7C095}"/>
          </ac:spMkLst>
        </pc:spChg>
        <pc:picChg chg="mod or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5" creationId="{A6ED1187-9C9D-4ECF-857C-D78B93297A26}"/>
          </ac:picMkLst>
        </pc:picChg>
        <pc:picChg chg="del mod">
          <ac:chgData name="Gabriel Quintella" userId="0401f16030b3bbcc" providerId="LiveId" clId="{86B6C13F-8E64-4619-891B-E03FFA006484}" dt="2022-01-14T01:39:03.362" v="3457" actId="478"/>
          <ac:picMkLst>
            <pc:docMk/>
            <pc:sldMk cId="1513947157" sldId="298"/>
            <ac:picMk id="13" creationId="{A517D2CE-BB1F-4D28-BC65-17B86E20B4AD}"/>
          </ac:picMkLst>
        </pc:picChg>
      </pc:sldChg>
      <pc:sldChg chg="addSp delSp modSp add del mod setBg delDesignElem">
        <pc:chgData name="Gabriel Quintella" userId="0401f16030b3bbcc" providerId="LiveId" clId="{86B6C13F-8E64-4619-891B-E03FFA006484}" dt="2022-01-14T01:43:51.091" v="3501" actId="2696"/>
        <pc:sldMkLst>
          <pc:docMk/>
          <pc:sldMk cId="2070504211" sldId="299"/>
        </pc:sldMkLst>
        <pc:spChg chg="add del mod">
          <ac:chgData name="Gabriel Quintella" userId="0401f16030b3bbcc" providerId="LiveId" clId="{86B6C13F-8E64-4619-891B-E03FFA006484}" dt="2022-01-14T01:41:50.651" v="3483" actId="478"/>
          <ac:spMkLst>
            <pc:docMk/>
            <pc:sldMk cId="2070504211" sldId="299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4T01:40:22.674" v="3466"/>
          <ac:spMkLst>
            <pc:docMk/>
            <pc:sldMk cId="2070504211" sldId="299"/>
            <ac:spMk id="8" creationId="{2C6334C2-F73F-4B3B-A626-DD5F69DF6ED0}"/>
          </ac:spMkLst>
        </pc:spChg>
        <pc:spChg chg="add del mod">
          <ac:chgData name="Gabriel Quintella" userId="0401f16030b3bbcc" providerId="LiveId" clId="{86B6C13F-8E64-4619-891B-E03FFA006484}" dt="2022-01-14T01:42:15.006" v="3488" actId="21"/>
          <ac:spMkLst>
            <pc:docMk/>
            <pc:sldMk cId="2070504211" sldId="299"/>
            <ac:spMk id="9" creationId="{9474E189-84B9-4EDA-B12C-91A5740670CD}"/>
          </ac:spMkLst>
        </pc:spChg>
        <pc:picChg chg="add del">
          <ac:chgData name="Gabriel Quintella" userId="0401f16030b3bbcc" providerId="LiveId" clId="{86B6C13F-8E64-4619-891B-E03FFA006484}" dt="2022-01-14T01:40:55.969" v="3471" actId="478"/>
          <ac:picMkLst>
            <pc:docMk/>
            <pc:sldMk cId="2070504211" sldId="299"/>
            <ac:picMk id="5" creationId="{76991963-994A-449F-9498-C9BE2489BA38}"/>
          </ac:picMkLst>
        </pc:picChg>
        <pc:picChg chg="add del mod">
          <ac:chgData name="Gabriel Quintella" userId="0401f16030b3bbcc" providerId="LiveId" clId="{86B6C13F-8E64-4619-891B-E03FFA006484}" dt="2022-01-14T01:41:52.983" v="3484" actId="478"/>
          <ac:picMkLst>
            <pc:docMk/>
            <pc:sldMk cId="2070504211" sldId="299"/>
            <ac:picMk id="13" creationId="{A517D2CE-BB1F-4D28-BC65-17B86E20B4AD}"/>
          </ac:picMkLst>
        </pc:picChg>
      </pc:sldChg>
      <pc:sldChg chg="new del">
        <pc:chgData name="Gabriel Quintella" userId="0401f16030b3bbcc" providerId="LiveId" clId="{86B6C13F-8E64-4619-891B-E03FFA006484}" dt="2022-01-13T22:55:02.059" v="3447" actId="680"/>
        <pc:sldMkLst>
          <pc:docMk/>
          <pc:sldMk cId="3336970407" sldId="299"/>
        </pc:sldMkLst>
      </pc:sldChg>
      <pc:sldChg chg="modSp add mod">
        <pc:chgData name="Gabriel Quintella" userId="0401f16030b3bbcc" providerId="LiveId" clId="{86B6C13F-8E64-4619-891B-E03FFA006484}" dt="2022-01-14T01:43:46.893" v="3500" actId="20577"/>
        <pc:sldMkLst>
          <pc:docMk/>
          <pc:sldMk cId="2797249121" sldId="300"/>
        </pc:sldMkLst>
        <pc:spChg chg="mod">
          <ac:chgData name="Gabriel Quintella" userId="0401f16030b3bbcc" providerId="LiveId" clId="{86B6C13F-8E64-4619-891B-E03FFA006484}" dt="2022-01-14T01:43:46.893" v="3500" actId="20577"/>
          <ac:spMkLst>
            <pc:docMk/>
            <pc:sldMk cId="2797249121" sldId="300"/>
            <ac:spMk id="3" creationId="{64B2A27D-1B8D-4920-B4AD-1975A8ED6F4C}"/>
          </ac:spMkLst>
        </pc:spChg>
        <pc:picChg chg="mod">
          <ac:chgData name="Gabriel Quintella" userId="0401f16030b3bbcc" providerId="LiveId" clId="{86B6C13F-8E64-4619-891B-E03FFA006484}" dt="2022-01-14T01:43:16.828" v="3495" actId="1076"/>
          <ac:picMkLst>
            <pc:docMk/>
            <pc:sldMk cId="2797249121" sldId="300"/>
            <ac:picMk id="13" creationId="{A517D2CE-BB1F-4D28-BC65-17B86E20B4AD}"/>
          </ac:picMkLst>
        </pc:picChg>
      </pc:sldChg>
    </pc:docChg>
  </pc:docChgLst>
  <pc:docChgLst>
    <pc:chgData name="Gabriel Quintella" userId="0401f16030b3bbcc" providerId="LiveId" clId="{CB3677FF-E306-489B-87C9-FEA619B8B391}"/>
    <pc:docChg chg="addSld delSld modSld">
      <pc:chgData name="Gabriel Quintella" userId="0401f16030b3bbcc" providerId="LiveId" clId="{CB3677FF-E306-489B-87C9-FEA619B8B391}" dt="2022-01-12T22:56:04.700" v="476" actId="20577"/>
      <pc:docMkLst>
        <pc:docMk/>
      </pc:docMkLst>
      <pc:sldChg chg="addSp modSp mod">
        <pc:chgData name="Gabriel Quintella" userId="0401f16030b3bbcc" providerId="LiveId" clId="{CB3677FF-E306-489B-87C9-FEA619B8B391}" dt="2022-01-12T22:51:02.060" v="56" actId="20577"/>
        <pc:sldMkLst>
          <pc:docMk/>
          <pc:sldMk cId="3184280581" sldId="256"/>
        </pc:sldMkLst>
        <pc:spChg chg="add mod">
          <ac:chgData name="Gabriel Quintella" userId="0401f16030b3bbcc" providerId="LiveId" clId="{CB3677FF-E306-489B-87C9-FEA619B8B391}" dt="2022-01-12T22:51:02.060" v="56" actId="20577"/>
          <ac:spMkLst>
            <pc:docMk/>
            <pc:sldMk cId="3184280581" sldId="256"/>
            <ac:spMk id="6" creationId="{9911EEA9-6152-4B2C-BFBC-8A082C515BC9}"/>
          </ac:spMkLst>
        </pc:spChg>
      </pc:sldChg>
      <pc:sldChg chg="addSp modSp add mod">
        <pc:chgData name="Gabriel Quintella" userId="0401f16030b3bbcc" providerId="LiveId" clId="{CB3677FF-E306-489B-87C9-FEA619B8B391}" dt="2022-01-12T22:52:18.436" v="104" actId="20577"/>
        <pc:sldMkLst>
          <pc:docMk/>
          <pc:sldMk cId="3275838534" sldId="257"/>
        </pc:sldMkLst>
        <pc:spChg chg="add mod">
          <ac:chgData name="Gabriel Quintella" userId="0401f16030b3bbcc" providerId="LiveId" clId="{CB3677FF-E306-489B-87C9-FEA619B8B391}" dt="2022-01-12T22:52:18.436" v="104" actId="20577"/>
          <ac:spMkLst>
            <pc:docMk/>
            <pc:sldMk cId="3275838534" sldId="257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CB3677FF-E306-489B-87C9-FEA619B8B391}" dt="2022-01-12T22:53:13.187" v="129" actId="47"/>
        <pc:sldMkLst>
          <pc:docMk/>
          <pc:sldMk cId="2136244821" sldId="258"/>
        </pc:sldMkLst>
        <pc:spChg chg="add mod">
          <ac:chgData name="Gabriel Quintella" userId="0401f16030b3bbcc" providerId="LiveId" clId="{CB3677FF-E306-489B-87C9-FEA619B8B391}" dt="2022-01-12T22:52:41.177" v="128" actId="20577"/>
          <ac:spMkLst>
            <pc:docMk/>
            <pc:sldMk cId="2136244821" sldId="258"/>
            <ac:spMk id="2" creationId="{ECE3A393-FD96-4D01-8C70-CBEE0338D1E6}"/>
          </ac:spMkLst>
        </pc:spChg>
      </pc:sldChg>
      <pc:sldChg chg="modSp add mod">
        <pc:chgData name="Gabriel Quintella" userId="0401f16030b3bbcc" providerId="LiveId" clId="{CB3677FF-E306-489B-87C9-FEA619B8B391}" dt="2022-01-12T22:53:37.050" v="155" actId="20577"/>
        <pc:sldMkLst>
          <pc:docMk/>
          <pc:sldMk cId="2607957497" sldId="258"/>
        </pc:sldMkLst>
        <pc:spChg chg="mod">
          <ac:chgData name="Gabriel Quintella" userId="0401f16030b3bbcc" providerId="LiveId" clId="{CB3677FF-E306-489B-87C9-FEA619B8B391}" dt="2022-01-12T22:53:37.050" v="155" actId="20577"/>
          <ac:spMkLst>
            <pc:docMk/>
            <pc:sldMk cId="2607957497" sldId="258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35457936" sldId="259"/>
        </pc:sldMkLst>
      </pc:sldChg>
      <pc:sldChg chg="modSp add mod">
        <pc:chgData name="Gabriel Quintella" userId="0401f16030b3bbcc" providerId="LiveId" clId="{CB3677FF-E306-489B-87C9-FEA619B8B391}" dt="2022-01-12T22:54:19.081" v="234" actId="20577"/>
        <pc:sldMkLst>
          <pc:docMk/>
          <pc:sldMk cId="2475233853" sldId="259"/>
        </pc:sldMkLst>
        <pc:spChg chg="mod">
          <ac:chgData name="Gabriel Quintella" userId="0401f16030b3bbcc" providerId="LiveId" clId="{CB3677FF-E306-489B-87C9-FEA619B8B391}" dt="2022-01-12T22:54:19.081" v="234" actId="20577"/>
          <ac:spMkLst>
            <pc:docMk/>
            <pc:sldMk cId="2475233853" sldId="259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5:04.176" v="350" actId="20577"/>
        <pc:sldMkLst>
          <pc:docMk/>
          <pc:sldMk cId="3389426090" sldId="260"/>
        </pc:sldMkLst>
        <pc:spChg chg="mod">
          <ac:chgData name="Gabriel Quintella" userId="0401f16030b3bbcc" providerId="LiveId" clId="{CB3677FF-E306-489B-87C9-FEA619B8B391}" dt="2022-01-12T22:55:04.176" v="350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4281161735" sldId="260"/>
        </pc:sldMkLst>
      </pc:sldChg>
      <pc:sldChg chg="modSp add mod">
        <pc:chgData name="Gabriel Quintella" userId="0401f16030b3bbcc" providerId="LiveId" clId="{CB3677FF-E306-489B-87C9-FEA619B8B391}" dt="2022-01-12T22:55:37.126" v="415" actId="20577"/>
        <pc:sldMkLst>
          <pc:docMk/>
          <pc:sldMk cId="3900410709" sldId="261"/>
        </pc:sldMkLst>
        <pc:spChg chg="mod">
          <ac:chgData name="Gabriel Quintella" userId="0401f16030b3bbcc" providerId="LiveId" clId="{CB3677FF-E306-489B-87C9-FEA619B8B391}" dt="2022-01-12T22:55:37.126" v="415" actId="20577"/>
          <ac:spMkLst>
            <pc:docMk/>
            <pc:sldMk cId="3900410709" sldId="261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6:04.700" v="476" actId="20577"/>
        <pc:sldMkLst>
          <pc:docMk/>
          <pc:sldMk cId="3350158791" sldId="262"/>
        </pc:sldMkLst>
        <pc:spChg chg="mod">
          <ac:chgData name="Gabriel Quintella" userId="0401f16030b3bbcc" providerId="LiveId" clId="{CB3677FF-E306-489B-87C9-FEA619B8B391}" dt="2022-01-12T22:56:04.700" v="476" actId="20577"/>
          <ac:spMkLst>
            <pc:docMk/>
            <pc:sldMk cId="3350158791" sldId="262"/>
            <ac:spMk id="2" creationId="{A22A48B3-5314-4374-A82C-5EA1D94D2747}"/>
          </ac:spMkLst>
        </pc:spChg>
      </pc:sldChg>
    </pc:docChg>
  </pc:docChgLst>
  <pc:docChgLst>
    <pc:chgData name="Gabriel Quintella" userId="0401f16030b3bbcc" providerId="LiveId" clId="{28824774-CD3D-44F1-B0A1-C3876CE3DEE2}"/>
    <pc:docChg chg="undo custSel addSld delSld modSld sldOrd">
      <pc:chgData name="Gabriel Quintella" userId="0401f16030b3bbcc" providerId="LiveId" clId="{28824774-CD3D-44F1-B0A1-C3876CE3DEE2}" dt="2022-01-14T16:35:28.648" v="634" actId="20577"/>
      <pc:docMkLst>
        <pc:docMk/>
      </pc:docMkLst>
      <pc:sldChg chg="del">
        <pc:chgData name="Gabriel Quintella" userId="0401f16030b3bbcc" providerId="LiveId" clId="{28824774-CD3D-44F1-B0A1-C3876CE3DEE2}" dt="2022-01-14T16:07:05.116" v="2" actId="2696"/>
        <pc:sldMkLst>
          <pc:docMk/>
          <pc:sldMk cId="3275838534" sldId="257"/>
        </pc:sldMkLst>
      </pc:sldChg>
      <pc:sldChg chg="del ord">
        <pc:chgData name="Gabriel Quintella" userId="0401f16030b3bbcc" providerId="LiveId" clId="{28824774-CD3D-44F1-B0A1-C3876CE3DEE2}" dt="2022-01-14T16:23:08.679" v="180" actId="2696"/>
        <pc:sldMkLst>
          <pc:docMk/>
          <pc:sldMk cId="1167946902" sldId="263"/>
        </pc:sldMkLst>
      </pc:sldChg>
      <pc:sldChg chg="addSp delSp modSp mod setBg">
        <pc:chgData name="Gabriel Quintella" userId="0401f16030b3bbcc" providerId="LiveId" clId="{28824774-CD3D-44F1-B0A1-C3876CE3DEE2}" dt="2022-01-14T16:24:37.857" v="264" actId="20577"/>
        <pc:sldMkLst>
          <pc:docMk/>
          <pc:sldMk cId="214360441" sldId="274"/>
        </pc:sldMkLst>
        <pc:spChg chg="mod ord">
          <ac:chgData name="Gabriel Quintella" userId="0401f16030b3bbcc" providerId="LiveId" clId="{28824774-CD3D-44F1-B0A1-C3876CE3DEE2}" dt="2022-01-14T16:24:37.857" v="264" actId="20577"/>
          <ac:spMkLst>
            <pc:docMk/>
            <pc:sldMk cId="214360441" sldId="274"/>
            <ac:spMk id="2" creationId="{A22A48B3-5314-4374-A82C-5EA1D94D2747}"/>
          </ac:spMkLst>
        </pc:spChg>
        <pc:spChg chg="add del">
          <ac:chgData name="Gabriel Quintella" userId="0401f16030b3bbcc" providerId="LiveId" clId="{28824774-CD3D-44F1-B0A1-C3876CE3DEE2}" dt="2022-01-14T16:24:22.656" v="246" actId="26606"/>
          <ac:spMkLst>
            <pc:docMk/>
            <pc:sldMk cId="214360441" sldId="274"/>
            <ac:spMk id="6" creationId="{E49CC64F-7275-4E33-961B-0C5CDC439875}"/>
          </ac:spMkLst>
        </pc:spChg>
        <pc:spChg chg="add del">
          <ac:chgData name="Gabriel Quintella" userId="0401f16030b3bbcc" providerId="LiveId" clId="{28824774-CD3D-44F1-B0A1-C3876CE3DEE2}" dt="2022-01-14T16:24:21.881" v="243" actId="26606"/>
          <ac:spMkLst>
            <pc:docMk/>
            <pc:sldMk cId="214360441" sldId="274"/>
            <ac:spMk id="11" creationId="{E49CC64F-7275-4E33-961B-0C5CDC439875}"/>
          </ac:spMkLst>
        </pc:spChg>
        <pc:spChg chg="add del">
          <ac:chgData name="Gabriel Quintella" userId="0401f16030b3bbcc" providerId="LiveId" clId="{28824774-CD3D-44F1-B0A1-C3876CE3DEE2}" dt="2022-01-14T16:24:22.651" v="245" actId="26606"/>
          <ac:spMkLst>
            <pc:docMk/>
            <pc:sldMk cId="214360441" sldId="274"/>
            <ac:spMk id="13" creationId="{58D818E7-E6E3-4781-BB38-A9FEAD3A471A}"/>
          </ac:spMkLst>
        </pc:spChg>
        <pc:spChg chg="add del">
          <ac:chgData name="Gabriel Quintella" userId="0401f16030b3bbcc" providerId="LiveId" clId="{28824774-CD3D-44F1-B0A1-C3876CE3DEE2}" dt="2022-01-14T16:24:22.651" v="245" actId="26606"/>
          <ac:spMkLst>
            <pc:docMk/>
            <pc:sldMk cId="214360441" sldId="274"/>
            <ac:spMk id="14" creationId="{0F41BE9E-54D9-43DC-8B31-58B59587026C}"/>
          </ac:spMkLst>
        </pc:spChg>
        <pc:spChg chg="add">
          <ac:chgData name="Gabriel Quintella" userId="0401f16030b3bbcc" providerId="LiveId" clId="{28824774-CD3D-44F1-B0A1-C3876CE3DEE2}" dt="2022-01-14T16:24:22.656" v="246" actId="26606"/>
          <ac:spMkLst>
            <pc:docMk/>
            <pc:sldMk cId="214360441" sldId="274"/>
            <ac:spMk id="16" creationId="{E49CC64F-7275-4E33-961B-0C5CDC439875}"/>
          </ac:spMkLst>
        </pc:spChg>
        <pc:picChg chg="mod">
          <ac:chgData name="Gabriel Quintella" userId="0401f16030b3bbcc" providerId="LiveId" clId="{28824774-CD3D-44F1-B0A1-C3876CE3DEE2}" dt="2022-01-14T16:24:22.651" v="245" actId="26606"/>
          <ac:picMkLst>
            <pc:docMk/>
            <pc:sldMk cId="214360441" sldId="274"/>
            <ac:picMk id="4" creationId="{8FBED80D-7006-4868-BD2E-0119D360BC36}"/>
          </ac:picMkLst>
        </pc:picChg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1385657931" sldId="276"/>
        </pc:sldMkLst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3184808388" sldId="277"/>
        </pc:sldMkLst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3440083160" sldId="279"/>
        </pc:sldMkLst>
      </pc:sldChg>
      <pc:sldChg chg="modSp mod ord">
        <pc:chgData name="Gabriel Quintella" userId="0401f16030b3bbcc" providerId="LiveId" clId="{28824774-CD3D-44F1-B0A1-C3876CE3DEE2}" dt="2022-01-14T16:30:05.629" v="497" actId="1076"/>
        <pc:sldMkLst>
          <pc:docMk/>
          <pc:sldMk cId="1699139359" sldId="280"/>
        </pc:sldMkLst>
        <pc:spChg chg="mod">
          <ac:chgData name="Gabriel Quintella" userId="0401f16030b3bbcc" providerId="LiveId" clId="{28824774-CD3D-44F1-B0A1-C3876CE3DEE2}" dt="2022-01-14T16:30:05.629" v="497" actId="1076"/>
          <ac:spMkLst>
            <pc:docMk/>
            <pc:sldMk cId="1699139359" sldId="280"/>
            <ac:spMk id="3" creationId="{1C68C712-3EB5-4548-B017-0B4D8DE9FFB9}"/>
          </ac:spMkLst>
        </pc:spChg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1909856853" sldId="281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777463436" sldId="282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773420452" sldId="283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687545986" sldId="285"/>
        </pc:sldMkLst>
      </pc:sldChg>
      <pc:sldChg chg="modSp mod">
        <pc:chgData name="Gabriel Quintella" userId="0401f16030b3bbcc" providerId="LiveId" clId="{28824774-CD3D-44F1-B0A1-C3876CE3DEE2}" dt="2022-01-14T16:05:53.106" v="1" actId="20577"/>
        <pc:sldMkLst>
          <pc:docMk/>
          <pc:sldMk cId="1655760290" sldId="286"/>
        </pc:sldMkLst>
        <pc:spChg chg="mod">
          <ac:chgData name="Gabriel Quintella" userId="0401f16030b3bbcc" providerId="LiveId" clId="{28824774-CD3D-44F1-B0A1-C3876CE3DEE2}" dt="2022-01-14T16:05:53.106" v="1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28824774-CD3D-44F1-B0A1-C3876CE3DEE2}" dt="2022-01-14T16:08:42.214" v="56" actId="1076"/>
        <pc:sldMkLst>
          <pc:docMk/>
          <pc:sldMk cId="2687159608" sldId="287"/>
        </pc:sldMkLst>
        <pc:spChg chg="mod">
          <ac:chgData name="Gabriel Quintella" userId="0401f16030b3bbcc" providerId="LiveId" clId="{28824774-CD3D-44F1-B0A1-C3876CE3DEE2}" dt="2022-01-14T16:08:42.214" v="56" actId="1076"/>
          <ac:spMkLst>
            <pc:docMk/>
            <pc:sldMk cId="2687159608" sldId="287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28824774-CD3D-44F1-B0A1-C3876CE3DEE2}" dt="2022-01-14T16:14:00.285" v="177" actId="1076"/>
        <pc:sldMkLst>
          <pc:docMk/>
          <pc:sldMk cId="1572128505" sldId="289"/>
        </pc:sldMkLst>
        <pc:spChg chg="mod">
          <ac:chgData name="Gabriel Quintella" userId="0401f16030b3bbcc" providerId="LiveId" clId="{28824774-CD3D-44F1-B0A1-C3876CE3DEE2}" dt="2022-01-14T16:14:00.285" v="177" actId="1076"/>
          <ac:spMkLst>
            <pc:docMk/>
            <pc:sldMk cId="1572128505" sldId="289"/>
            <ac:spMk id="3" creationId="{6ECE45D1-F65A-44E4-88A0-371BF51EE333}"/>
          </ac:spMkLst>
        </pc:spChg>
      </pc:sldChg>
      <pc:sldChg chg="addSp delSp modSp mod">
        <pc:chgData name="Gabriel Quintella" userId="0401f16030b3bbcc" providerId="LiveId" clId="{28824774-CD3D-44F1-B0A1-C3876CE3DEE2}" dt="2022-01-14T16:12:22.741" v="169" actId="1076"/>
        <pc:sldMkLst>
          <pc:docMk/>
          <pc:sldMk cId="3433790968" sldId="290"/>
        </pc:sldMkLst>
        <pc:spChg chg="add mod">
          <ac:chgData name="Gabriel Quintella" userId="0401f16030b3bbcc" providerId="LiveId" clId="{28824774-CD3D-44F1-B0A1-C3876CE3DEE2}" dt="2022-01-14T16:12:22.741" v="169" actId="1076"/>
          <ac:spMkLst>
            <pc:docMk/>
            <pc:sldMk cId="3433790968" sldId="290"/>
            <ac:spMk id="2" creationId="{DB8D57CF-1EDB-492B-8EF0-BD0C262AA9D0}"/>
          </ac:spMkLst>
        </pc:spChg>
        <pc:spChg chg="mod">
          <ac:chgData name="Gabriel Quintella" userId="0401f16030b3bbcc" providerId="LiveId" clId="{28824774-CD3D-44F1-B0A1-C3876CE3DEE2}" dt="2022-01-14T16:10:32.733" v="138" actId="1076"/>
          <ac:spMkLst>
            <pc:docMk/>
            <pc:sldMk cId="3433790968" sldId="290"/>
            <ac:spMk id="3" creationId="{6ECE45D1-F65A-44E4-88A0-371BF51EE333}"/>
          </ac:spMkLst>
        </pc:spChg>
        <pc:spChg chg="del">
          <ac:chgData name="Gabriel Quintella" userId="0401f16030b3bbcc" providerId="LiveId" clId="{28824774-CD3D-44F1-B0A1-C3876CE3DEE2}" dt="2022-01-14T16:10:27.327" v="137" actId="26606"/>
          <ac:spMkLst>
            <pc:docMk/>
            <pc:sldMk cId="3433790968" sldId="290"/>
            <ac:spMk id="6" creationId="{E49CC64F-7275-4E33-961B-0C5CDC439875}"/>
          </ac:spMkLst>
        </pc:spChg>
        <pc:spChg chg="add">
          <ac:chgData name="Gabriel Quintella" userId="0401f16030b3bbcc" providerId="LiveId" clId="{28824774-CD3D-44F1-B0A1-C3876CE3DEE2}" dt="2022-01-14T16:10:27.327" v="137" actId="26606"/>
          <ac:spMkLst>
            <pc:docMk/>
            <pc:sldMk cId="3433790968" sldId="290"/>
            <ac:spMk id="11" creationId="{E49CC64F-7275-4E33-961B-0C5CDC439875}"/>
          </ac:spMkLst>
        </pc:spChg>
        <pc:graphicFrameChg chg="del">
          <ac:chgData name="Gabriel Quintella" userId="0401f16030b3bbcc" providerId="LiveId" clId="{28824774-CD3D-44F1-B0A1-C3876CE3DEE2}" dt="2022-01-14T16:09:51.121" v="79" actId="478"/>
          <ac:graphicFrameMkLst>
            <pc:docMk/>
            <pc:sldMk cId="3433790968" sldId="290"/>
            <ac:graphicFrameMk id="8" creationId="{A52B6BAD-EE39-4CA9-B817-2F9BA249C869}"/>
          </ac:graphicFrameMkLst>
        </pc:graphicFrameChg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1904286443" sldId="291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135026700" sldId="292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4230135495" sldId="293"/>
        </pc:sldMkLst>
      </pc:sldChg>
      <pc:sldChg chg="del">
        <pc:chgData name="Gabriel Quintella" userId="0401f16030b3bbcc" providerId="LiveId" clId="{28824774-CD3D-44F1-B0A1-C3876CE3DEE2}" dt="2022-01-14T16:34:27.821" v="581" actId="2696"/>
        <pc:sldMkLst>
          <pc:docMk/>
          <pc:sldMk cId="2164335242" sldId="294"/>
        </pc:sldMkLst>
      </pc:sldChg>
      <pc:sldChg chg="del">
        <pc:chgData name="Gabriel Quintella" userId="0401f16030b3bbcc" providerId="LiveId" clId="{28824774-CD3D-44F1-B0A1-C3876CE3DEE2}" dt="2022-01-14T16:34:27.821" v="581" actId="2696"/>
        <pc:sldMkLst>
          <pc:docMk/>
          <pc:sldMk cId="1470431032" sldId="295"/>
        </pc:sldMkLst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2797249121" sldId="300"/>
        </pc:sldMkLst>
      </pc:sldChg>
      <pc:sldChg chg="addSp delSp modSp add mod setBg delDesignElem">
        <pc:chgData name="Gabriel Quintella" userId="0401f16030b3bbcc" providerId="LiveId" clId="{28824774-CD3D-44F1-B0A1-C3876CE3DEE2}" dt="2022-01-14T16:26:32.607" v="406" actId="27636"/>
        <pc:sldMkLst>
          <pc:docMk/>
          <pc:sldMk cId="3891244590" sldId="301"/>
        </pc:sldMkLst>
        <pc:spChg chg="mod">
          <ac:chgData name="Gabriel Quintella" userId="0401f16030b3bbcc" providerId="LiveId" clId="{28824774-CD3D-44F1-B0A1-C3876CE3DEE2}" dt="2022-01-14T16:26:32.607" v="406" actId="27636"/>
          <ac:spMkLst>
            <pc:docMk/>
            <pc:sldMk cId="3891244590" sldId="301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25:02.343" v="267" actId="26606"/>
          <ac:spMkLst>
            <pc:docMk/>
            <pc:sldMk cId="3891244590" sldId="301"/>
            <ac:spMk id="9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24:59.354" v="266"/>
          <ac:spMkLst>
            <pc:docMk/>
            <pc:sldMk cId="3891244590" sldId="301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28824774-CD3D-44F1-B0A1-C3876CE3DEE2}" dt="2022-01-14T16:27:55.912" v="446" actId="12"/>
        <pc:sldMkLst>
          <pc:docMk/>
          <pc:sldMk cId="2816536328" sldId="302"/>
        </pc:sldMkLst>
        <pc:spChg chg="mod">
          <ac:chgData name="Gabriel Quintella" userId="0401f16030b3bbcc" providerId="LiveId" clId="{28824774-CD3D-44F1-B0A1-C3876CE3DEE2}" dt="2022-01-14T16:27:55.912" v="446" actId="12"/>
          <ac:spMkLst>
            <pc:docMk/>
            <pc:sldMk cId="2816536328" sldId="302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27:25.965" v="416" actId="26606"/>
          <ac:spMkLst>
            <pc:docMk/>
            <pc:sldMk cId="2816536328" sldId="302"/>
            <ac:spMk id="6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26:59.094" v="408"/>
          <ac:spMkLst>
            <pc:docMk/>
            <pc:sldMk cId="2816536328" sldId="302"/>
            <ac:spMk id="9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1:43.744" v="511" actId="20577"/>
        <pc:sldMkLst>
          <pc:docMk/>
          <pc:sldMk cId="1102497669" sldId="303"/>
        </pc:sldMkLst>
        <pc:spChg chg="mod">
          <ac:chgData name="Gabriel Quintella" userId="0401f16030b3bbcc" providerId="LiveId" clId="{28824774-CD3D-44F1-B0A1-C3876CE3DEE2}" dt="2022-01-14T16:31:43.744" v="511" actId="20577"/>
          <ac:spMkLst>
            <pc:docMk/>
            <pc:sldMk cId="1102497669" sldId="303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31:35.500" v="502" actId="26606"/>
          <ac:spMkLst>
            <pc:docMk/>
            <pc:sldMk cId="1102497669" sldId="303"/>
            <ac:spMk id="9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1:23.979" v="499"/>
          <ac:spMkLst>
            <pc:docMk/>
            <pc:sldMk cId="1102497669" sldId="303"/>
            <ac:spMk id="1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2:38.445" v="535" actId="1076"/>
        <pc:sldMkLst>
          <pc:docMk/>
          <pc:sldMk cId="2191700779" sldId="304"/>
        </pc:sldMkLst>
        <pc:spChg chg="mod">
          <ac:chgData name="Gabriel Quintella" userId="0401f16030b3bbcc" providerId="LiveId" clId="{28824774-CD3D-44F1-B0A1-C3876CE3DEE2}" dt="2022-01-14T16:32:38.445" v="535" actId="1076"/>
          <ac:spMkLst>
            <pc:docMk/>
            <pc:sldMk cId="2191700779" sldId="304"/>
            <ac:spMk id="3" creationId="{1C68C712-3EB5-4548-B017-0B4D8DE9FFB9}"/>
          </ac:spMkLst>
        </pc:spChg>
        <pc:spChg chg="add">
          <ac:chgData name="Gabriel Quintella" userId="0401f16030b3bbcc" providerId="LiveId" clId="{28824774-CD3D-44F1-B0A1-C3876CE3DEE2}" dt="2022-01-14T16:32:16.267" v="518" actId="26606"/>
          <ac:spMkLst>
            <pc:docMk/>
            <pc:sldMk cId="2191700779" sldId="304"/>
            <ac:spMk id="9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2:00.356" v="513"/>
          <ac:spMkLst>
            <pc:docMk/>
            <pc:sldMk cId="2191700779" sldId="304"/>
            <ac:spMk id="11" creationId="{E49CC64F-7275-4E33-961B-0C5CDC439875}"/>
          </ac:spMkLst>
        </pc:spChg>
        <pc:picChg chg="mod">
          <ac:chgData name="Gabriel Quintella" userId="0401f16030b3bbcc" providerId="LiveId" clId="{28824774-CD3D-44F1-B0A1-C3876CE3DEE2}" dt="2022-01-14T16:32:18.631" v="521" actId="27614"/>
          <ac:picMkLst>
            <pc:docMk/>
            <pc:sldMk cId="2191700779" sldId="304"/>
            <ac:picMk id="4" creationId="{8FBED80D-7006-4868-BD2E-0119D360BC36}"/>
          </ac:picMkLst>
        </pc:picChg>
      </pc:sldChg>
      <pc:sldChg chg="addSp delSp add mod ord setBg delDesignElem">
        <pc:chgData name="Gabriel Quintella" userId="0401f16030b3bbcc" providerId="LiveId" clId="{28824774-CD3D-44F1-B0A1-C3876CE3DEE2}" dt="2022-01-14T16:32:53.032" v="540"/>
        <pc:sldMkLst>
          <pc:docMk/>
          <pc:sldMk cId="4230785764" sldId="305"/>
        </pc:sldMkLst>
        <pc:spChg chg="add">
          <ac:chgData name="Gabriel Quintella" userId="0401f16030b3bbcc" providerId="LiveId" clId="{28824774-CD3D-44F1-B0A1-C3876CE3DEE2}" dt="2022-01-14T16:32:49.237" v="538" actId="26606"/>
          <ac:spMkLst>
            <pc:docMk/>
            <pc:sldMk cId="4230785764" sldId="305"/>
            <ac:spMk id="71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2:45.022" v="537"/>
          <ac:spMkLst>
            <pc:docMk/>
            <pc:sldMk cId="4230785764" sldId="305"/>
            <ac:spMk id="513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3:16.741" v="554" actId="20577"/>
        <pc:sldMkLst>
          <pc:docMk/>
          <pc:sldMk cId="2823281403" sldId="306"/>
        </pc:sldMkLst>
        <pc:spChg chg="mod">
          <ac:chgData name="Gabriel Quintella" userId="0401f16030b3bbcc" providerId="LiveId" clId="{28824774-CD3D-44F1-B0A1-C3876CE3DEE2}" dt="2022-01-14T16:33:16.741" v="554" actId="20577"/>
          <ac:spMkLst>
            <pc:docMk/>
            <pc:sldMk cId="2823281403" sldId="306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33:12.421" v="545" actId="26606"/>
          <ac:spMkLst>
            <pc:docMk/>
            <pc:sldMk cId="2823281403" sldId="306"/>
            <ac:spMk id="6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3:05.598" v="542"/>
          <ac:spMkLst>
            <pc:docMk/>
            <pc:sldMk cId="2823281403" sldId="306"/>
            <ac:spMk id="9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3:44.902" v="574" actId="1076"/>
        <pc:sldMkLst>
          <pc:docMk/>
          <pc:sldMk cId="2401829172" sldId="307"/>
        </pc:sldMkLst>
        <pc:spChg chg="mod">
          <ac:chgData name="Gabriel Quintella" userId="0401f16030b3bbcc" providerId="LiveId" clId="{28824774-CD3D-44F1-B0A1-C3876CE3DEE2}" dt="2022-01-14T16:33:44.902" v="574" actId="1076"/>
          <ac:spMkLst>
            <pc:docMk/>
            <pc:sldMk cId="2401829172" sldId="307"/>
            <ac:spMk id="3" creationId="{1C68C712-3EB5-4548-B017-0B4D8DE9FFB9}"/>
          </ac:spMkLst>
        </pc:spChg>
        <pc:spChg chg="add">
          <ac:chgData name="Gabriel Quintella" userId="0401f16030b3bbcc" providerId="LiveId" clId="{28824774-CD3D-44F1-B0A1-C3876CE3DEE2}" dt="2022-01-14T16:33:33.671" v="561" actId="26606"/>
          <ac:spMkLst>
            <pc:docMk/>
            <pc:sldMk cId="2401829172" sldId="307"/>
            <ac:spMk id="6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3:21.919" v="556"/>
          <ac:spMkLst>
            <pc:docMk/>
            <pc:sldMk cId="2401829172" sldId="307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28824774-CD3D-44F1-B0A1-C3876CE3DEE2}" dt="2022-01-14T16:33:57.774" v="579"/>
        <pc:sldMkLst>
          <pc:docMk/>
          <pc:sldMk cId="3779134218" sldId="308"/>
        </pc:sldMkLst>
        <pc:spChg chg="del">
          <ac:chgData name="Gabriel Quintella" userId="0401f16030b3bbcc" providerId="LiveId" clId="{28824774-CD3D-44F1-B0A1-C3876CE3DEE2}" dt="2022-01-14T16:33:51.486" v="576"/>
          <ac:spMkLst>
            <pc:docMk/>
            <pc:sldMk cId="3779134218" sldId="308"/>
            <ac:spMk id="71" creationId="{E49CC64F-7275-4E33-961B-0C5CDC439875}"/>
          </ac:spMkLst>
        </pc:spChg>
        <pc:spChg chg="add">
          <ac:chgData name="Gabriel Quintella" userId="0401f16030b3bbcc" providerId="LiveId" clId="{28824774-CD3D-44F1-B0A1-C3876CE3DEE2}" dt="2022-01-14T16:33:54.676" v="577" actId="26606"/>
          <ac:spMkLst>
            <pc:docMk/>
            <pc:sldMk cId="3779134218" sldId="308"/>
            <ac:spMk id="512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5:28.648" v="634" actId="20577"/>
        <pc:sldMkLst>
          <pc:docMk/>
          <pc:sldMk cId="902698773" sldId="309"/>
        </pc:sldMkLst>
        <pc:spChg chg="mod">
          <ac:chgData name="Gabriel Quintella" userId="0401f16030b3bbcc" providerId="LiveId" clId="{28824774-CD3D-44F1-B0A1-C3876CE3DEE2}" dt="2022-01-14T16:35:28.648" v="634" actId="20577"/>
          <ac:spMkLst>
            <pc:docMk/>
            <pc:sldMk cId="902698773" sldId="309"/>
            <ac:spMk id="2" creationId="{A22A48B3-5314-4374-A82C-5EA1D94D2747}"/>
          </ac:spMkLst>
        </pc:spChg>
        <pc:spChg chg="del">
          <ac:chgData name="Gabriel Quintella" userId="0401f16030b3bbcc" providerId="LiveId" clId="{28824774-CD3D-44F1-B0A1-C3876CE3DEE2}" dt="2022-01-14T16:35:08.087" v="584"/>
          <ac:spMkLst>
            <pc:docMk/>
            <pc:sldMk cId="902698773" sldId="309"/>
            <ac:spMk id="6" creationId="{E49CC64F-7275-4E33-961B-0C5CDC439875}"/>
          </ac:spMkLst>
        </pc:spChg>
        <pc:spChg chg="add">
          <ac:chgData name="Gabriel Quintella" userId="0401f16030b3bbcc" providerId="LiveId" clId="{28824774-CD3D-44F1-B0A1-C3876CE3DEE2}" dt="2022-01-14T16:35:11.727" v="585" actId="26606"/>
          <ac:spMkLst>
            <pc:docMk/>
            <pc:sldMk cId="902698773" sldId="309"/>
            <ac:spMk id="9" creationId="{E49CC64F-7275-4E33-961B-0C5CDC439875}"/>
          </ac:spMkLst>
        </pc:spChg>
        <pc:picChg chg="mod">
          <ac:chgData name="Gabriel Quintella" userId="0401f16030b3bbcc" providerId="LiveId" clId="{28824774-CD3D-44F1-B0A1-C3876CE3DEE2}" dt="2022-01-14T16:35:15.127" v="588" actId="27614"/>
          <ac:picMkLst>
            <pc:docMk/>
            <pc:sldMk cId="902698773" sldId="309"/>
            <ac:picMk id="4" creationId="{8FBED80D-7006-4868-BD2E-0119D360BC36}"/>
          </ac:picMkLst>
        </pc:picChg>
      </pc:sldChg>
    </pc:docChg>
  </pc:docChgLst>
  <pc:docChgLst>
    <pc:chgData name="Gabriel Quintella" userId="0401f16030b3bbcc" providerId="LiveId" clId="{F9A94F46-7D1B-4D3B-8786-1B00C1AAC17F}"/>
    <pc:docChg chg="undo custSel addSld delSld modSld sldOrd">
      <pc:chgData name="Gabriel Quintella" userId="0401f16030b3bbcc" providerId="LiveId" clId="{F9A94F46-7D1B-4D3B-8786-1B00C1AAC17F}" dt="2022-01-20T01:58:26.562" v="817" actId="114"/>
      <pc:docMkLst>
        <pc:docMk/>
      </pc:docMkLst>
      <pc:sldChg chg="addSp delSp modSp mod ord">
        <pc:chgData name="Gabriel Quintella" userId="0401f16030b3bbcc" providerId="LiveId" clId="{F9A94F46-7D1B-4D3B-8786-1B00C1AAC17F}" dt="2022-01-14T16:59:49.627" v="129" actId="22"/>
        <pc:sldMkLst>
          <pc:docMk/>
          <pc:sldMk cId="214360441" sldId="274"/>
        </pc:sldMkLst>
        <pc:spChg chg="mod">
          <ac:chgData name="Gabriel Quintella" userId="0401f16030b3bbcc" providerId="LiveId" clId="{F9A94F46-7D1B-4D3B-8786-1B00C1AAC17F}" dt="2022-01-14T16:51:49.548" v="114" actId="20577"/>
          <ac:spMkLst>
            <pc:docMk/>
            <pc:sldMk cId="214360441" sldId="274"/>
            <ac:spMk id="2" creationId="{A22A48B3-5314-4374-A82C-5EA1D94D2747}"/>
          </ac:spMkLst>
        </pc:spChg>
        <pc:spChg chg="add del">
          <ac:chgData name="Gabriel Quintella" userId="0401f16030b3bbcc" providerId="LiveId" clId="{F9A94F46-7D1B-4D3B-8786-1B00C1AAC17F}" dt="2022-01-14T16:59:49.627" v="129" actId="22"/>
          <ac:spMkLst>
            <pc:docMk/>
            <pc:sldMk cId="214360441" sldId="274"/>
            <ac:spMk id="6" creationId="{D32F64E6-021C-4AB9-A512-237870D4CB22}"/>
          </ac:spMkLst>
        </pc:spChg>
      </pc:sldChg>
      <pc:sldChg chg="modSp mod">
        <pc:chgData name="Gabriel Quintella" userId="0401f16030b3bbcc" providerId="LiveId" clId="{F9A94F46-7D1B-4D3B-8786-1B00C1AAC17F}" dt="2022-01-14T16:52:27.897" v="127" actId="20577"/>
        <pc:sldMkLst>
          <pc:docMk/>
          <pc:sldMk cId="1699139359" sldId="280"/>
        </pc:sldMkLst>
        <pc:spChg chg="mod">
          <ac:chgData name="Gabriel Quintella" userId="0401f16030b3bbcc" providerId="LiveId" clId="{F9A94F46-7D1B-4D3B-8786-1B00C1AAC17F}" dt="2022-01-14T16:52:27.897" v="127" actId="20577"/>
          <ac:spMkLst>
            <pc:docMk/>
            <pc:sldMk cId="1699139359" sldId="280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F9A94F46-7D1B-4D3B-8786-1B00C1AAC17F}" dt="2022-01-19T22:01:18.222" v="775" actId="20577"/>
        <pc:sldMkLst>
          <pc:docMk/>
          <pc:sldMk cId="1655760290" sldId="286"/>
        </pc:sldMkLst>
        <pc:spChg chg="mod">
          <ac:chgData name="Gabriel Quintella" userId="0401f16030b3bbcc" providerId="LiveId" clId="{F9A94F46-7D1B-4D3B-8786-1B00C1AAC17F}" dt="2022-01-19T22:01:18.222" v="775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F9A94F46-7D1B-4D3B-8786-1B00C1AAC17F}" dt="2022-01-20T01:57:54.069" v="816" actId="1076"/>
        <pc:sldMkLst>
          <pc:docMk/>
          <pc:sldMk cId="2687159608" sldId="287"/>
        </pc:sldMkLst>
        <pc:spChg chg="mod">
          <ac:chgData name="Gabriel Quintella" userId="0401f16030b3bbcc" providerId="LiveId" clId="{F9A94F46-7D1B-4D3B-8786-1B00C1AAC17F}" dt="2022-01-20T01:57:54.069" v="816" actId="1076"/>
          <ac:spMkLst>
            <pc:docMk/>
            <pc:sldMk cId="2687159608" sldId="287"/>
            <ac:spMk id="2" creationId="{A22A48B3-5314-4374-A82C-5EA1D94D2747}"/>
          </ac:spMkLst>
        </pc:spChg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1572128505" sldId="289"/>
        </pc:sldMkLst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3433790968" sldId="290"/>
        </pc:sldMkLst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3891244590" sldId="301"/>
        </pc:sldMkLst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2816536328" sldId="302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1102497669" sldId="303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2191700779" sldId="304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4230785764" sldId="305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2823281403" sldId="306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2401829172" sldId="307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3779134218" sldId="308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902698773" sldId="309"/>
        </pc:sldMkLst>
      </pc:sldChg>
      <pc:sldChg chg="addSp delSp modSp add mod setBg delDesignElem">
        <pc:chgData name="Gabriel Quintella" userId="0401f16030b3bbcc" providerId="LiveId" clId="{F9A94F46-7D1B-4D3B-8786-1B00C1AAC17F}" dt="2022-01-14T17:30:04.941" v="593" actId="20577"/>
        <pc:sldMkLst>
          <pc:docMk/>
          <pc:sldMk cId="3602483249" sldId="310"/>
        </pc:sldMkLst>
        <pc:spChg chg="mod">
          <ac:chgData name="Gabriel Quintella" userId="0401f16030b3bbcc" providerId="LiveId" clId="{F9A94F46-7D1B-4D3B-8786-1B00C1AAC17F}" dt="2022-01-14T17:30:04.941" v="593" actId="20577"/>
          <ac:spMkLst>
            <pc:docMk/>
            <pc:sldMk cId="3602483249" sldId="310"/>
            <ac:spMk id="2" creationId="{A22A48B3-5314-4374-A82C-5EA1D94D2747}"/>
          </ac:spMkLst>
        </pc:spChg>
        <pc:spChg chg="add">
          <ac:chgData name="Gabriel Quintella" userId="0401f16030b3bbcc" providerId="LiveId" clId="{F9A94F46-7D1B-4D3B-8786-1B00C1AAC17F}" dt="2022-01-14T17:00:16.756" v="134" actId="26606"/>
          <ac:spMkLst>
            <pc:docMk/>
            <pc:sldMk cId="3602483249" sldId="310"/>
            <ac:spMk id="9" creationId="{E49CC64F-7275-4E33-961B-0C5CDC439875}"/>
          </ac:spMkLst>
        </pc:spChg>
        <pc:spChg chg="del">
          <ac:chgData name="Gabriel Quintella" userId="0401f16030b3bbcc" providerId="LiveId" clId="{F9A94F46-7D1B-4D3B-8786-1B00C1AAC17F}" dt="2022-01-14T16:59:52.682" v="131"/>
          <ac:spMkLst>
            <pc:docMk/>
            <pc:sldMk cId="3602483249" sldId="310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F9A94F46-7D1B-4D3B-8786-1B00C1AAC17F}" dt="2022-01-14T17:31:54.130" v="660" actId="20577"/>
        <pc:sldMkLst>
          <pc:docMk/>
          <pc:sldMk cId="1400697358" sldId="311"/>
        </pc:sldMkLst>
        <pc:spChg chg="mod">
          <ac:chgData name="Gabriel Quintella" userId="0401f16030b3bbcc" providerId="LiveId" clId="{F9A94F46-7D1B-4D3B-8786-1B00C1AAC17F}" dt="2022-01-14T17:31:54.130" v="660" actId="20577"/>
          <ac:spMkLst>
            <pc:docMk/>
            <pc:sldMk cId="1400697358" sldId="311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19:51.944" v="168" actId="26606"/>
          <ac:spMkLst>
            <pc:docMk/>
            <pc:sldMk cId="1400697358" sldId="311"/>
            <ac:spMk id="9" creationId="{E49CC64F-7275-4E33-961B-0C5CDC439875}"/>
          </ac:spMkLst>
        </pc:spChg>
        <pc:spChg chg="del">
          <ac:chgData name="Gabriel Quintella" userId="0401f16030b3bbcc" providerId="LiveId" clId="{F9A94F46-7D1B-4D3B-8786-1B00C1AAC17F}" dt="2022-01-14T17:19:34.267" v="164"/>
          <ac:spMkLst>
            <pc:docMk/>
            <pc:sldMk cId="1400697358" sldId="311"/>
            <ac:spMk id="11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F9A94F46-7D1B-4D3B-8786-1B00C1AAC17F}" dt="2022-01-14T17:22:25.389" v="462" actId="1076"/>
        <pc:sldMkLst>
          <pc:docMk/>
          <pc:sldMk cId="3638034034" sldId="312"/>
        </pc:sldMkLst>
        <pc:spChg chg="mod">
          <ac:chgData name="Gabriel Quintella" userId="0401f16030b3bbcc" providerId="LiveId" clId="{F9A94F46-7D1B-4D3B-8786-1B00C1AAC17F}" dt="2022-01-14T17:22:25.389" v="462" actId="1076"/>
          <ac:spMkLst>
            <pc:docMk/>
            <pc:sldMk cId="3638034034" sldId="312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21:32.601" v="393" actId="26606"/>
          <ac:spMkLst>
            <pc:docMk/>
            <pc:sldMk cId="3638034034" sldId="312"/>
            <ac:spMk id="9" creationId="{E49CC64F-7275-4E33-961B-0C5CDC439875}"/>
          </ac:spMkLst>
        </pc:spChg>
        <pc:spChg chg="del">
          <ac:chgData name="Gabriel Quintella" userId="0401f16030b3bbcc" providerId="LiveId" clId="{F9A94F46-7D1B-4D3B-8786-1B00C1AAC17F}" dt="2022-01-14T17:21:11.166" v="385"/>
          <ac:spMkLst>
            <pc:docMk/>
            <pc:sldMk cId="3638034034" sldId="312"/>
            <ac:spMk id="11" creationId="{E49CC64F-7275-4E33-961B-0C5CDC439875}"/>
          </ac:spMkLst>
        </pc:spChg>
      </pc:sldChg>
      <pc:sldChg chg="addSp modSp add mod setBg">
        <pc:chgData name="Gabriel Quintella" userId="0401f16030b3bbcc" providerId="LiveId" clId="{F9A94F46-7D1B-4D3B-8786-1B00C1AAC17F}" dt="2022-01-20T01:56:21.076" v="806" actId="20577"/>
        <pc:sldMkLst>
          <pc:docMk/>
          <pc:sldMk cId="2599921827" sldId="313"/>
        </pc:sldMkLst>
        <pc:spChg chg="add mod">
          <ac:chgData name="Gabriel Quintella" userId="0401f16030b3bbcc" providerId="LiveId" clId="{F9A94F46-7D1B-4D3B-8786-1B00C1AAC17F}" dt="2022-01-20T01:48:21.884" v="776" actId="108"/>
          <ac:spMkLst>
            <pc:docMk/>
            <pc:sldMk cId="2599921827" sldId="313"/>
            <ac:spMk id="2" creationId="{F3C0FA09-5987-42FD-B871-AAB1BECEDA2F}"/>
          </ac:spMkLst>
        </pc:spChg>
        <pc:spChg chg="mod">
          <ac:chgData name="Gabriel Quintella" userId="0401f16030b3bbcc" providerId="LiveId" clId="{F9A94F46-7D1B-4D3B-8786-1B00C1AAC17F}" dt="2022-01-20T01:56:21.076" v="806" actId="20577"/>
          <ac:spMkLst>
            <pc:docMk/>
            <pc:sldMk cId="2599921827" sldId="313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22:55.734" v="467" actId="26606"/>
          <ac:spMkLst>
            <pc:docMk/>
            <pc:sldMk cId="2599921827" sldId="313"/>
            <ac:spMk id="9" creationId="{E49CC64F-7275-4E33-961B-0C5CDC439875}"/>
          </ac:spMkLst>
        </pc:spChg>
      </pc:sldChg>
      <pc:sldChg chg="addSp delSp modSp add mod setBg">
        <pc:chgData name="Gabriel Quintella" userId="0401f16030b3bbcc" providerId="LiveId" clId="{F9A94F46-7D1B-4D3B-8786-1B00C1AAC17F}" dt="2022-01-20T01:56:15.731" v="802" actId="20577"/>
        <pc:sldMkLst>
          <pc:docMk/>
          <pc:sldMk cId="2702106009" sldId="314"/>
        </pc:sldMkLst>
        <pc:spChg chg="del mod">
          <ac:chgData name="Gabriel Quintella" userId="0401f16030b3bbcc" providerId="LiveId" clId="{F9A94F46-7D1B-4D3B-8786-1B00C1AAC17F}" dt="2022-01-14T17:25:42.880" v="557" actId="478"/>
          <ac:spMkLst>
            <pc:docMk/>
            <pc:sldMk cId="2702106009" sldId="314"/>
            <ac:spMk id="3" creationId="{1C68C712-3EB5-4548-B017-0B4D8DE9FFB9}"/>
          </ac:spMkLst>
        </pc:spChg>
        <pc:spChg chg="add mod">
          <ac:chgData name="Gabriel Quintella" userId="0401f16030b3bbcc" providerId="LiveId" clId="{F9A94F46-7D1B-4D3B-8786-1B00C1AAC17F}" dt="2022-01-20T01:56:15.731" v="802" actId="20577"/>
          <ac:spMkLst>
            <pc:docMk/>
            <pc:sldMk cId="2702106009" sldId="314"/>
            <ac:spMk id="5" creationId="{D5A76DA4-1513-472B-B935-BB182C02E367}"/>
          </ac:spMkLst>
        </pc:spChg>
        <pc:spChg chg="add mod">
          <ac:chgData name="Gabriel Quintella" userId="0401f16030b3bbcc" providerId="LiveId" clId="{F9A94F46-7D1B-4D3B-8786-1B00C1AAC17F}" dt="2022-01-15T17:06:59.882" v="743" actId="1076"/>
          <ac:spMkLst>
            <pc:docMk/>
            <pc:sldMk cId="2702106009" sldId="314"/>
            <ac:spMk id="6" creationId="{74EC10F0-C70F-424D-ACCC-49F3D9F71DE7}"/>
          </ac:spMkLst>
        </pc:spChg>
        <pc:spChg chg="add">
          <ac:chgData name="Gabriel Quintella" userId="0401f16030b3bbcc" providerId="LiveId" clId="{F9A94F46-7D1B-4D3B-8786-1B00C1AAC17F}" dt="2022-01-14T17:25:33.006" v="556" actId="26606"/>
          <ac:spMkLst>
            <pc:docMk/>
            <pc:sldMk cId="2702106009" sldId="314"/>
            <ac:spMk id="9" creationId="{E49CC64F-7275-4E33-961B-0C5CDC439875}"/>
          </ac:spMkLst>
        </pc:spChg>
      </pc:sldChg>
      <pc:sldChg chg="addSp modSp add mod setBg">
        <pc:chgData name="Gabriel Quintella" userId="0401f16030b3bbcc" providerId="LiveId" clId="{F9A94F46-7D1B-4D3B-8786-1B00C1AAC17F}" dt="2022-01-20T01:58:26.562" v="817" actId="114"/>
        <pc:sldMkLst>
          <pc:docMk/>
          <pc:sldMk cId="1025678899" sldId="315"/>
        </pc:sldMkLst>
        <pc:spChg chg="mod">
          <ac:chgData name="Gabriel Quintella" userId="0401f16030b3bbcc" providerId="LiveId" clId="{F9A94F46-7D1B-4D3B-8786-1B00C1AAC17F}" dt="2022-01-20T01:58:26.562" v="817" actId="114"/>
          <ac:spMkLst>
            <pc:docMk/>
            <pc:sldMk cId="1025678899" sldId="315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27:02.549" v="572" actId="26606"/>
          <ac:spMkLst>
            <pc:docMk/>
            <pc:sldMk cId="1025678899" sldId="315"/>
            <ac:spMk id="9" creationId="{E49CC64F-7275-4E33-961B-0C5CDC439875}"/>
          </ac:spMkLst>
        </pc:spChg>
        <pc:picChg chg="mod">
          <ac:chgData name="Gabriel Quintella" userId="0401f16030b3bbcc" providerId="LiveId" clId="{F9A94F46-7D1B-4D3B-8786-1B00C1AAC17F}" dt="2022-01-14T17:27:24.041" v="575" actId="27614"/>
          <ac:picMkLst>
            <pc:docMk/>
            <pc:sldMk cId="1025678899" sldId="315"/>
            <ac:picMk id="4" creationId="{8FBED80D-7006-4868-BD2E-0119D360BC36}"/>
          </ac:picMkLst>
        </pc:picChg>
      </pc:sldChg>
      <pc:sldChg chg="delSp add del setBg delDesignElem">
        <pc:chgData name="Gabriel Quintella" userId="0401f16030b3bbcc" providerId="LiveId" clId="{F9A94F46-7D1B-4D3B-8786-1B00C1AAC17F}" dt="2022-01-14T17:25:21.205" v="552" actId="2696"/>
        <pc:sldMkLst>
          <pc:docMk/>
          <pc:sldMk cId="2958620260" sldId="315"/>
        </pc:sldMkLst>
        <pc:spChg chg="del">
          <ac:chgData name="Gabriel Quintella" userId="0401f16030b3bbcc" providerId="LiveId" clId="{F9A94F46-7D1B-4D3B-8786-1B00C1AAC17F}" dt="2022-01-14T17:25:15.031" v="551"/>
          <ac:spMkLst>
            <pc:docMk/>
            <pc:sldMk cId="2958620260" sldId="315"/>
            <ac:spMk id="9" creationId="{E49CC64F-7275-4E33-961B-0C5CDC439875}"/>
          </ac:spMkLst>
        </pc:spChg>
      </pc:sldChg>
    </pc:docChg>
  </pc:docChgLst>
  <pc:docChgLst>
    <pc:chgData name="Gabriel Quintella" userId="0401f16030b3bbcc" providerId="LiveId" clId="{F1678828-E0BD-4CE7-B98A-F2FEFF683645}"/>
    <pc:docChg chg="undo custSel addSld modSld sldOrd">
      <pc:chgData name="Gabriel Quintella" userId="0401f16030b3bbcc" providerId="LiveId" clId="{F1678828-E0BD-4CE7-B98A-F2FEFF683645}" dt="2022-01-21T02:03:22.775" v="796" actId="26606"/>
      <pc:docMkLst>
        <pc:docMk/>
      </pc:docMkLst>
      <pc:sldChg chg="ord">
        <pc:chgData name="Gabriel Quintella" userId="0401f16030b3bbcc" providerId="LiveId" clId="{F1678828-E0BD-4CE7-B98A-F2FEFF683645}" dt="2022-01-21T01:35:03.531" v="730"/>
        <pc:sldMkLst>
          <pc:docMk/>
          <pc:sldMk cId="638894639" sldId="264"/>
        </pc:sldMkLst>
      </pc:sldChg>
      <pc:sldChg chg="addSp delSp modSp mod">
        <pc:chgData name="Gabriel Quintella" userId="0401f16030b3bbcc" providerId="LiveId" clId="{F1678828-E0BD-4CE7-B98A-F2FEFF683645}" dt="2022-01-20T02:09:23.384" v="316" actId="113"/>
        <pc:sldMkLst>
          <pc:docMk/>
          <pc:sldMk cId="214360441" sldId="274"/>
        </pc:sldMkLst>
        <pc:spChg chg="mod">
          <ac:chgData name="Gabriel Quintella" userId="0401f16030b3bbcc" providerId="LiveId" clId="{F1678828-E0BD-4CE7-B98A-F2FEFF683645}" dt="2022-01-20T02:09:23.384" v="316" actId="113"/>
          <ac:spMkLst>
            <pc:docMk/>
            <pc:sldMk cId="214360441" sldId="274"/>
            <ac:spMk id="2" creationId="{A22A48B3-5314-4374-A82C-5EA1D94D2747}"/>
          </ac:spMkLst>
        </pc:spChg>
        <pc:spChg chg="add mod">
          <ac:chgData name="Gabriel Quintella" userId="0401f16030b3bbcc" providerId="LiveId" clId="{F1678828-E0BD-4CE7-B98A-F2FEFF683645}" dt="2022-01-20T02:09:18.077" v="315" actId="20577"/>
          <ac:spMkLst>
            <pc:docMk/>
            <pc:sldMk cId="214360441" sldId="274"/>
            <ac:spMk id="3" creationId="{BD195509-717A-46FB-B99F-6404C6E20256}"/>
          </ac:spMkLst>
        </pc:spChg>
        <pc:picChg chg="add del mod">
          <ac:chgData name="Gabriel Quintella" userId="0401f16030b3bbcc" providerId="LiveId" clId="{F1678828-E0BD-4CE7-B98A-F2FEFF683645}" dt="2022-01-20T02:05:49.911" v="254"/>
          <ac:picMkLst>
            <pc:docMk/>
            <pc:sldMk cId="214360441" sldId="274"/>
            <ac:picMk id="1026" creationId="{F32BE8BE-3500-4463-B5E4-521EBCD57C60}"/>
          </ac:picMkLst>
        </pc:picChg>
        <pc:picChg chg="add mod">
          <ac:chgData name="Gabriel Quintella" userId="0401f16030b3bbcc" providerId="LiveId" clId="{F1678828-E0BD-4CE7-B98A-F2FEFF683645}" dt="2022-01-20T02:06:06.636" v="260" actId="1076"/>
          <ac:picMkLst>
            <pc:docMk/>
            <pc:sldMk cId="214360441" sldId="274"/>
            <ac:picMk id="1028" creationId="{DD84CC05-A57B-478C-A4BA-45E4967986D5}"/>
          </ac:picMkLst>
        </pc:picChg>
      </pc:sldChg>
      <pc:sldChg chg="modSp mod">
        <pc:chgData name="Gabriel Quintella" userId="0401f16030b3bbcc" providerId="LiveId" clId="{F1678828-E0BD-4CE7-B98A-F2FEFF683645}" dt="2022-01-20T15:45:17.460" v="648" actId="114"/>
        <pc:sldMkLst>
          <pc:docMk/>
          <pc:sldMk cId="1699139359" sldId="280"/>
        </pc:sldMkLst>
        <pc:spChg chg="mod">
          <ac:chgData name="Gabriel Quintella" userId="0401f16030b3bbcc" providerId="LiveId" clId="{F1678828-E0BD-4CE7-B98A-F2FEFF683645}" dt="2022-01-20T15:45:17.460" v="648" actId="114"/>
          <ac:spMkLst>
            <pc:docMk/>
            <pc:sldMk cId="1699139359" sldId="280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F1678828-E0BD-4CE7-B98A-F2FEFF683645}" dt="2022-01-20T14:20:41.713" v="324" actId="20577"/>
        <pc:sldMkLst>
          <pc:docMk/>
          <pc:sldMk cId="1655760290" sldId="286"/>
        </pc:sldMkLst>
        <pc:spChg chg="mod">
          <ac:chgData name="Gabriel Quintella" userId="0401f16030b3bbcc" providerId="LiveId" clId="{F1678828-E0BD-4CE7-B98A-F2FEFF683645}" dt="2022-01-20T14:20:41.713" v="324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 modAnim">
        <pc:chgData name="Gabriel Quintella" userId="0401f16030b3bbcc" providerId="LiveId" clId="{F1678828-E0BD-4CE7-B98A-F2FEFF683645}" dt="2022-01-21T01:56:41.508" v="764"/>
        <pc:sldMkLst>
          <pc:docMk/>
          <pc:sldMk cId="2687159608" sldId="287"/>
        </pc:sldMkLst>
        <pc:spChg chg="mod">
          <ac:chgData name="Gabriel Quintella" userId="0401f16030b3bbcc" providerId="LiveId" clId="{F1678828-E0BD-4CE7-B98A-F2FEFF683645}" dt="2022-01-21T01:56:13.714" v="761" actId="21"/>
          <ac:spMkLst>
            <pc:docMk/>
            <pc:sldMk cId="2687159608" sldId="287"/>
            <ac:spMk id="2" creationId="{A22A48B3-5314-4374-A82C-5EA1D94D2747}"/>
          </ac:spMkLst>
        </pc:spChg>
      </pc:sldChg>
      <pc:sldChg chg="addSp modSp mod">
        <pc:chgData name="Gabriel Quintella" userId="0401f16030b3bbcc" providerId="LiveId" clId="{F1678828-E0BD-4CE7-B98A-F2FEFF683645}" dt="2022-01-21T02:01:55.758" v="791" actId="1076"/>
        <pc:sldMkLst>
          <pc:docMk/>
          <pc:sldMk cId="267626220" sldId="296"/>
        </pc:sldMkLst>
        <pc:spChg chg="mod">
          <ac:chgData name="Gabriel Quintella" userId="0401f16030b3bbcc" providerId="LiveId" clId="{F1678828-E0BD-4CE7-B98A-F2FEFF683645}" dt="2022-01-21T02:00:50.522" v="776" actId="1076"/>
          <ac:spMkLst>
            <pc:docMk/>
            <pc:sldMk cId="267626220" sldId="296"/>
            <ac:spMk id="3" creationId="{6ECE45D1-F65A-44E4-88A0-371BF51EE333}"/>
          </ac:spMkLst>
        </pc:spChg>
        <pc:spChg chg="add mod">
          <ac:chgData name="Gabriel Quintella" userId="0401f16030b3bbcc" providerId="LiveId" clId="{F1678828-E0BD-4CE7-B98A-F2FEFF683645}" dt="2022-01-21T02:01:35.025" v="788" actId="1076"/>
          <ac:spMkLst>
            <pc:docMk/>
            <pc:sldMk cId="267626220" sldId="296"/>
            <ac:spMk id="5" creationId="{C880C76C-9BDB-4FD9-8C5C-65BE73C98A14}"/>
          </ac:spMkLst>
        </pc:spChg>
        <pc:picChg chg="add mod">
          <ac:chgData name="Gabriel Quintella" userId="0401f16030b3bbcc" providerId="LiveId" clId="{F1678828-E0BD-4CE7-B98A-F2FEFF683645}" dt="2022-01-21T02:01:55.758" v="791" actId="1076"/>
          <ac:picMkLst>
            <pc:docMk/>
            <pc:sldMk cId="267626220" sldId="296"/>
            <ac:picMk id="1026" creationId="{82D8D962-2EAD-40FF-85EB-611B76E6F5A6}"/>
          </ac:picMkLst>
        </pc:picChg>
      </pc:sldChg>
      <pc:sldChg chg="addSp delSp modSp mod">
        <pc:chgData name="Gabriel Quintella" userId="0401f16030b3bbcc" providerId="LiveId" clId="{F1678828-E0BD-4CE7-B98A-F2FEFF683645}" dt="2022-01-20T14:53:46.055" v="396" actId="1076"/>
        <pc:sldMkLst>
          <pc:docMk/>
          <pc:sldMk cId="3602483249" sldId="310"/>
        </pc:sldMkLst>
        <pc:spChg chg="del">
          <ac:chgData name="Gabriel Quintella" userId="0401f16030b3bbcc" providerId="LiveId" clId="{F1678828-E0BD-4CE7-B98A-F2FEFF683645}" dt="2022-01-20T14:49:32.424" v="330" actId="478"/>
          <ac:spMkLst>
            <pc:docMk/>
            <pc:sldMk cId="3602483249" sldId="310"/>
            <ac:spMk id="2" creationId="{A22A48B3-5314-4374-A82C-5EA1D94D2747}"/>
          </ac:spMkLst>
        </pc:spChg>
        <pc:spChg chg="add mod">
          <ac:chgData name="Gabriel Quintella" userId="0401f16030b3bbcc" providerId="LiveId" clId="{F1678828-E0BD-4CE7-B98A-F2FEFF683645}" dt="2022-01-20T14:53:46.055" v="396" actId="1076"/>
          <ac:spMkLst>
            <pc:docMk/>
            <pc:sldMk cId="3602483249" sldId="310"/>
            <ac:spMk id="3" creationId="{63ACB423-586F-4488-A5E7-AFAB851385CC}"/>
          </ac:spMkLst>
        </pc:spChg>
        <pc:spChg chg="add mod">
          <ac:chgData name="Gabriel Quintella" userId="0401f16030b3bbcc" providerId="LiveId" clId="{F1678828-E0BD-4CE7-B98A-F2FEFF683645}" dt="2022-01-20T14:49:54.522" v="347" actId="20577"/>
          <ac:spMkLst>
            <pc:docMk/>
            <pc:sldMk cId="3602483249" sldId="310"/>
            <ac:spMk id="5" creationId="{A38B93BE-7CA2-44E6-838E-4B378D04A5FB}"/>
          </ac:spMkLst>
        </pc:spChg>
      </pc:sldChg>
      <pc:sldChg chg="addSp delSp modSp mod">
        <pc:chgData name="Gabriel Quintella" userId="0401f16030b3bbcc" providerId="LiveId" clId="{F1678828-E0BD-4CE7-B98A-F2FEFF683645}" dt="2022-01-20T15:46:21.086" v="699" actId="403"/>
        <pc:sldMkLst>
          <pc:docMk/>
          <pc:sldMk cId="1400697358" sldId="311"/>
        </pc:sldMkLst>
        <pc:spChg chg="del">
          <ac:chgData name="Gabriel Quintella" userId="0401f16030b3bbcc" providerId="LiveId" clId="{F1678828-E0BD-4CE7-B98A-F2FEFF683645}" dt="2022-01-20T15:35:47.515" v="537" actId="478"/>
          <ac:spMkLst>
            <pc:docMk/>
            <pc:sldMk cId="1400697358" sldId="311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0T15:46:21.086" v="699" actId="403"/>
          <ac:spMkLst>
            <pc:docMk/>
            <pc:sldMk cId="1400697358" sldId="311"/>
            <ac:spMk id="5" creationId="{51A53649-866D-4C43-B099-5F8B313ACB6A}"/>
          </ac:spMkLst>
        </pc:spChg>
      </pc:sldChg>
      <pc:sldChg chg="addSp delSp modSp mod">
        <pc:chgData name="Gabriel Quintella" userId="0401f16030b3bbcc" providerId="LiveId" clId="{F1678828-E0BD-4CE7-B98A-F2FEFF683645}" dt="2022-01-20T15:39:14.227" v="554" actId="1076"/>
        <pc:sldMkLst>
          <pc:docMk/>
          <pc:sldMk cId="3638034034" sldId="312"/>
        </pc:sldMkLst>
        <pc:spChg chg="del">
          <ac:chgData name="Gabriel Quintella" userId="0401f16030b3bbcc" providerId="LiveId" clId="{F1678828-E0BD-4CE7-B98A-F2FEFF683645}" dt="2022-01-20T15:38:43.042" v="547" actId="478"/>
          <ac:spMkLst>
            <pc:docMk/>
            <pc:sldMk cId="3638034034" sldId="312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0T15:39:14.227" v="554" actId="1076"/>
          <ac:spMkLst>
            <pc:docMk/>
            <pc:sldMk cId="3638034034" sldId="312"/>
            <ac:spMk id="5" creationId="{FA804B09-AF4F-4388-B782-70A91A6E88A4}"/>
          </ac:spMkLst>
        </pc:spChg>
      </pc:sldChg>
      <pc:sldChg chg="addSp delSp modSp mod">
        <pc:chgData name="Gabriel Quintella" userId="0401f16030b3bbcc" providerId="LiveId" clId="{F1678828-E0BD-4CE7-B98A-F2FEFF683645}" dt="2022-01-20T15:39:56.243" v="588" actId="1076"/>
        <pc:sldMkLst>
          <pc:docMk/>
          <pc:sldMk cId="2599921827" sldId="313"/>
        </pc:sldMkLst>
        <pc:spChg chg="del">
          <ac:chgData name="Gabriel Quintella" userId="0401f16030b3bbcc" providerId="LiveId" clId="{F1678828-E0BD-4CE7-B98A-F2FEFF683645}" dt="2022-01-20T15:39:19.652" v="555" actId="478"/>
          <ac:spMkLst>
            <pc:docMk/>
            <pc:sldMk cId="2599921827" sldId="313"/>
            <ac:spMk id="2" creationId="{F3C0FA09-5987-42FD-B871-AAB1BECEDA2F}"/>
          </ac:spMkLst>
        </pc:spChg>
        <pc:spChg chg="del">
          <ac:chgData name="Gabriel Quintella" userId="0401f16030b3bbcc" providerId="LiveId" clId="{F1678828-E0BD-4CE7-B98A-F2FEFF683645}" dt="2022-01-20T15:39:21.680" v="556" actId="478"/>
          <ac:spMkLst>
            <pc:docMk/>
            <pc:sldMk cId="2599921827" sldId="313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0T15:39:56.243" v="588" actId="1076"/>
          <ac:spMkLst>
            <pc:docMk/>
            <pc:sldMk cId="2599921827" sldId="313"/>
            <ac:spMk id="6" creationId="{7CEDCE6B-972A-4A55-8670-842BFA9F7C86}"/>
          </ac:spMkLst>
        </pc:spChg>
      </pc:sldChg>
      <pc:sldChg chg="delSp modSp mod">
        <pc:chgData name="Gabriel Quintella" userId="0401f16030b3bbcc" providerId="LiveId" clId="{F1678828-E0BD-4CE7-B98A-F2FEFF683645}" dt="2022-01-21T01:34:53.437" v="728" actId="1076"/>
        <pc:sldMkLst>
          <pc:docMk/>
          <pc:sldMk cId="2702106009" sldId="314"/>
        </pc:sldMkLst>
        <pc:spChg chg="mod">
          <ac:chgData name="Gabriel Quintella" userId="0401f16030b3bbcc" providerId="LiveId" clId="{F1678828-E0BD-4CE7-B98A-F2FEFF683645}" dt="2022-01-21T01:34:53.437" v="728" actId="1076"/>
          <ac:spMkLst>
            <pc:docMk/>
            <pc:sldMk cId="2702106009" sldId="314"/>
            <ac:spMk id="5" creationId="{D5A76DA4-1513-472B-B935-BB182C02E367}"/>
          </ac:spMkLst>
        </pc:spChg>
        <pc:spChg chg="del mod">
          <ac:chgData name="Gabriel Quintella" userId="0401f16030b3bbcc" providerId="LiveId" clId="{F1678828-E0BD-4CE7-B98A-F2FEFF683645}" dt="2022-01-21T01:34:11.503" v="713" actId="478"/>
          <ac:spMkLst>
            <pc:docMk/>
            <pc:sldMk cId="2702106009" sldId="314"/>
            <ac:spMk id="6" creationId="{74EC10F0-C70F-424D-ACCC-49F3D9F71DE7}"/>
          </ac:spMkLst>
        </pc:spChg>
      </pc:sldChg>
      <pc:sldChg chg="addSp delSp modSp mod">
        <pc:chgData name="Gabriel Quintella" userId="0401f16030b3bbcc" providerId="LiveId" clId="{F1678828-E0BD-4CE7-B98A-F2FEFF683645}" dt="2022-01-21T01:48:19.980" v="749" actId="2711"/>
        <pc:sldMkLst>
          <pc:docMk/>
          <pc:sldMk cId="1025678899" sldId="315"/>
        </pc:sldMkLst>
        <pc:spChg chg="del">
          <ac:chgData name="Gabriel Quintella" userId="0401f16030b3bbcc" providerId="LiveId" clId="{F1678828-E0BD-4CE7-B98A-F2FEFF683645}" dt="2022-01-21T01:47:11.832" v="739" actId="478"/>
          <ac:spMkLst>
            <pc:docMk/>
            <pc:sldMk cId="1025678899" sldId="315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1T01:48:19.980" v="749" actId="2711"/>
          <ac:spMkLst>
            <pc:docMk/>
            <pc:sldMk cId="1025678899" sldId="315"/>
            <ac:spMk id="5" creationId="{CC6F6DDC-B2CB-4D18-B574-75DA34B9395C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0T14:47:05.729" v="329"/>
        <pc:sldMkLst>
          <pc:docMk/>
          <pc:sldMk cId="2106146452" sldId="316"/>
        </pc:sldMkLst>
        <pc:spChg chg="add">
          <ac:chgData name="Gabriel Quintella" userId="0401f16030b3bbcc" providerId="LiveId" clId="{F1678828-E0BD-4CE7-B98A-F2FEFF683645}" dt="2022-01-20T14:46:56.777" v="327" actId="26606"/>
          <ac:spMkLst>
            <pc:docMk/>
            <pc:sldMk cId="2106146452" sldId="316"/>
            <ac:spMk id="71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0T14:46:50.761" v="326"/>
          <ac:spMkLst>
            <pc:docMk/>
            <pc:sldMk cId="2106146452" sldId="316"/>
            <ac:spMk id="513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0T15:35:19.041" v="531"/>
        <pc:sldMkLst>
          <pc:docMk/>
          <pc:sldMk cId="3898195634" sldId="317"/>
        </pc:sldMkLst>
        <pc:spChg chg="del">
          <ac:chgData name="Gabriel Quintella" userId="0401f16030b3bbcc" providerId="LiveId" clId="{F1678828-E0BD-4CE7-B98A-F2FEFF683645}" dt="2022-01-20T15:35:08.492" v="528"/>
          <ac:spMkLst>
            <pc:docMk/>
            <pc:sldMk cId="3898195634" sldId="317"/>
            <ac:spMk id="71" creationId="{E49CC64F-7275-4E33-961B-0C5CDC439875}"/>
          </ac:spMkLst>
        </pc:spChg>
        <pc:spChg chg="add">
          <ac:chgData name="Gabriel Quintella" userId="0401f16030b3bbcc" providerId="LiveId" clId="{F1678828-E0BD-4CE7-B98A-F2FEFF683645}" dt="2022-01-20T15:35:13.357" v="529" actId="26606"/>
          <ac:spMkLst>
            <pc:docMk/>
            <pc:sldMk cId="3898195634" sldId="317"/>
            <ac:spMk id="512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0T15:35:36.150" v="536"/>
        <pc:sldMkLst>
          <pc:docMk/>
          <pc:sldMk cId="4287416337" sldId="318"/>
        </pc:sldMkLst>
        <pc:spChg chg="add">
          <ac:chgData name="Gabriel Quintella" userId="0401f16030b3bbcc" providerId="LiveId" clId="{F1678828-E0BD-4CE7-B98A-F2FEFF683645}" dt="2022-01-20T15:35:33.456" v="534" actId="26606"/>
          <ac:spMkLst>
            <pc:docMk/>
            <pc:sldMk cId="4287416337" sldId="318"/>
            <ac:spMk id="71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0T15:35:29.381" v="533"/>
          <ac:spMkLst>
            <pc:docMk/>
            <pc:sldMk cId="4287416337" sldId="318"/>
            <ac:spMk id="512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1T01:46:17.269" v="735"/>
        <pc:sldMkLst>
          <pc:docMk/>
          <pc:sldMk cId="217444704" sldId="319"/>
        </pc:sldMkLst>
        <pc:spChg chg="del">
          <ac:chgData name="Gabriel Quintella" userId="0401f16030b3bbcc" providerId="LiveId" clId="{F1678828-E0BD-4CE7-B98A-F2FEFF683645}" dt="2022-01-21T01:46:09.451" v="732"/>
          <ac:spMkLst>
            <pc:docMk/>
            <pc:sldMk cId="217444704" sldId="319"/>
            <ac:spMk id="71" creationId="{E49CC64F-7275-4E33-961B-0C5CDC439875}"/>
          </ac:spMkLst>
        </pc:spChg>
        <pc:spChg chg="add">
          <ac:chgData name="Gabriel Quintella" userId="0401f16030b3bbcc" providerId="LiveId" clId="{F1678828-E0BD-4CE7-B98A-F2FEFF683645}" dt="2022-01-21T01:46:13.675" v="733" actId="26606"/>
          <ac:spMkLst>
            <pc:docMk/>
            <pc:sldMk cId="217444704" sldId="319"/>
            <ac:spMk id="5124" creationId="{E49CC64F-7275-4E33-961B-0C5CDC439875}"/>
          </ac:spMkLst>
        </pc:spChg>
      </pc:sldChg>
      <pc:sldChg chg="addSp delSp add mod setBg delDesignElem">
        <pc:chgData name="Gabriel Quintella" userId="0401f16030b3bbcc" providerId="LiveId" clId="{F1678828-E0BD-4CE7-B98A-F2FEFF683645}" dt="2022-01-21T01:46:34.823" v="738" actId="26606"/>
        <pc:sldMkLst>
          <pc:docMk/>
          <pc:sldMk cId="4085264771" sldId="320"/>
        </pc:sldMkLst>
        <pc:spChg chg="del">
          <ac:chgData name="Gabriel Quintella" userId="0401f16030b3bbcc" providerId="LiveId" clId="{F1678828-E0BD-4CE7-B98A-F2FEFF683645}" dt="2022-01-21T01:46:29.914" v="737"/>
          <ac:spMkLst>
            <pc:docMk/>
            <pc:sldMk cId="4085264771" sldId="320"/>
            <ac:spMk id="71" creationId="{E49CC64F-7275-4E33-961B-0C5CDC439875}"/>
          </ac:spMkLst>
        </pc:spChg>
        <pc:spChg chg="add">
          <ac:chgData name="Gabriel Quintella" userId="0401f16030b3bbcc" providerId="LiveId" clId="{F1678828-E0BD-4CE7-B98A-F2FEFF683645}" dt="2022-01-21T01:46:34.823" v="738" actId="26606"/>
          <ac:spMkLst>
            <pc:docMk/>
            <pc:sldMk cId="4085264771" sldId="320"/>
            <ac:spMk id="5124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F1678828-E0BD-4CE7-B98A-F2FEFF683645}" dt="2022-01-21T01:59:54.974" v="767" actId="26606"/>
        <pc:sldMkLst>
          <pc:docMk/>
          <pc:sldMk cId="1256246744" sldId="321"/>
        </pc:sldMkLst>
        <pc:spChg chg="mod">
          <ac:chgData name="Gabriel Quintella" userId="0401f16030b3bbcc" providerId="LiveId" clId="{F1678828-E0BD-4CE7-B98A-F2FEFF683645}" dt="2022-01-21T01:59:54.974" v="767" actId="26606"/>
          <ac:spMkLst>
            <pc:docMk/>
            <pc:sldMk cId="1256246744" sldId="321"/>
            <ac:spMk id="3" creationId="{6ECE45D1-F65A-44E4-88A0-371BF51EE333}"/>
          </ac:spMkLst>
        </pc:spChg>
        <pc:spChg chg="add">
          <ac:chgData name="Gabriel Quintella" userId="0401f16030b3bbcc" providerId="LiveId" clId="{F1678828-E0BD-4CE7-B98A-F2FEFF683645}" dt="2022-01-21T01:59:54.974" v="767" actId="26606"/>
          <ac:spMkLst>
            <pc:docMk/>
            <pc:sldMk cId="1256246744" sldId="321"/>
            <ac:spMk id="6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1T01:59:49.201" v="766"/>
          <ac:spMkLst>
            <pc:docMk/>
            <pc:sldMk cId="1256246744" sldId="321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1T02:03:22.775" v="796" actId="26606"/>
        <pc:sldMkLst>
          <pc:docMk/>
          <pc:sldMk cId="1806279855" sldId="322"/>
        </pc:sldMkLst>
        <pc:spChg chg="add">
          <ac:chgData name="Gabriel Quintella" userId="0401f16030b3bbcc" providerId="LiveId" clId="{F1678828-E0BD-4CE7-B98A-F2FEFF683645}" dt="2022-01-21T02:03:22.775" v="796" actId="26606"/>
          <ac:spMkLst>
            <pc:docMk/>
            <pc:sldMk cId="1806279855" sldId="322"/>
            <ac:spMk id="71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1T02:03:17.832" v="793"/>
          <ac:spMkLst>
            <pc:docMk/>
            <pc:sldMk cId="1806279855" sldId="322"/>
            <ac:spMk id="5124" creationId="{E49CC64F-7275-4E33-961B-0C5CDC439875}"/>
          </ac:spMkLst>
        </pc:spChg>
      </pc:sldChg>
    </pc:docChg>
  </pc:docChgLst>
  <pc:docChgLst>
    <pc:chgData name="Gabriel Quintella" userId="0401f16030b3bbcc" providerId="LiveId" clId="{2176CFFB-EAC0-4AB4-8935-C00161D88136}"/>
    <pc:docChg chg="undo redo custSel addSld delSld modSld sldOrd">
      <pc:chgData name="Gabriel Quintella" userId="0401f16030b3bbcc" providerId="LiveId" clId="{2176CFFB-EAC0-4AB4-8935-C00161D88136}" dt="2022-01-26T03:07:07.332" v="3152" actId="1076"/>
      <pc:docMkLst>
        <pc:docMk/>
      </pc:docMkLst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638894639" sldId="264"/>
        </pc:sldMkLst>
      </pc:sldChg>
      <pc:sldChg chg="delSp modSp mod ord">
        <pc:chgData name="Gabriel Quintella" userId="0401f16030b3bbcc" providerId="LiveId" clId="{2176CFFB-EAC0-4AB4-8935-C00161D88136}" dt="2022-01-26T01:43:34.353" v="1690"/>
        <pc:sldMkLst>
          <pc:docMk/>
          <pc:sldMk cId="214360441" sldId="274"/>
        </pc:sldMkLst>
        <pc:spChg chg="mod">
          <ac:chgData name="Gabriel Quintella" userId="0401f16030b3bbcc" providerId="LiveId" clId="{2176CFFB-EAC0-4AB4-8935-C00161D88136}" dt="2022-01-24T00:56:23.053" v="153" actId="1035"/>
          <ac:spMkLst>
            <pc:docMk/>
            <pc:sldMk cId="214360441" sldId="274"/>
            <ac:spMk id="2" creationId="{A22A48B3-5314-4374-A82C-5EA1D94D2747}"/>
          </ac:spMkLst>
        </pc:spChg>
        <pc:spChg chg="mod">
          <ac:chgData name="Gabriel Quintella" userId="0401f16030b3bbcc" providerId="LiveId" clId="{2176CFFB-EAC0-4AB4-8935-C00161D88136}" dt="2022-01-26T01:01:24.772" v="458" actId="120"/>
          <ac:spMkLst>
            <pc:docMk/>
            <pc:sldMk cId="214360441" sldId="274"/>
            <ac:spMk id="3" creationId="{BD195509-717A-46FB-B99F-6404C6E20256}"/>
          </ac:spMkLst>
        </pc:spChg>
        <pc:picChg chg="del">
          <ac:chgData name="Gabriel Quintella" userId="0401f16030b3bbcc" providerId="LiveId" clId="{2176CFFB-EAC0-4AB4-8935-C00161D88136}" dt="2022-01-24T00:54:14.308" v="87" actId="478"/>
          <ac:picMkLst>
            <pc:docMk/>
            <pc:sldMk cId="214360441" sldId="274"/>
            <ac:picMk id="1028" creationId="{DD84CC05-A57B-478C-A4BA-45E4967986D5}"/>
          </ac:picMkLst>
        </pc:picChg>
      </pc:sldChg>
      <pc:sldChg chg="addSp modSp mod modAnim">
        <pc:chgData name="Gabriel Quintella" userId="0401f16030b3bbcc" providerId="LiveId" clId="{2176CFFB-EAC0-4AB4-8935-C00161D88136}" dt="2022-01-26T02:56:31.151" v="2599" actId="20577"/>
        <pc:sldMkLst>
          <pc:docMk/>
          <pc:sldMk cId="1699139359" sldId="280"/>
        </pc:sldMkLst>
        <pc:spChg chg="add mod">
          <ac:chgData name="Gabriel Quintella" userId="0401f16030b3bbcc" providerId="LiveId" clId="{2176CFFB-EAC0-4AB4-8935-C00161D88136}" dt="2022-01-26T02:56:31.151" v="2599" actId="20577"/>
          <ac:spMkLst>
            <pc:docMk/>
            <pc:sldMk cId="1699139359" sldId="280"/>
            <ac:spMk id="2" creationId="{2E04DEE3-EEF4-4985-A2DD-88A8B36FD41B}"/>
          </ac:spMkLst>
        </pc:spChg>
        <pc:spChg chg="mod">
          <ac:chgData name="Gabriel Quintella" userId="0401f16030b3bbcc" providerId="LiveId" clId="{2176CFFB-EAC0-4AB4-8935-C00161D88136}" dt="2022-01-26T01:10:28.326" v="672" actId="403"/>
          <ac:spMkLst>
            <pc:docMk/>
            <pc:sldMk cId="1699139359" sldId="280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2176CFFB-EAC0-4AB4-8935-C00161D88136}" dt="2022-01-21T17:45:51.726" v="65" actId="20577"/>
        <pc:sldMkLst>
          <pc:docMk/>
          <pc:sldMk cId="1655760290" sldId="286"/>
        </pc:sldMkLst>
        <pc:spChg chg="mod">
          <ac:chgData name="Gabriel Quintella" userId="0401f16030b3bbcc" providerId="LiveId" clId="{2176CFFB-EAC0-4AB4-8935-C00161D88136}" dt="2022-01-21T17:45:51.726" v="65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addSp delSp modSp mod ord modAnim">
        <pc:chgData name="Gabriel Quintella" userId="0401f16030b3bbcc" providerId="LiveId" clId="{2176CFFB-EAC0-4AB4-8935-C00161D88136}" dt="2022-01-26T02:41:35.252" v="2458" actId="1076"/>
        <pc:sldMkLst>
          <pc:docMk/>
          <pc:sldMk cId="2687159608" sldId="287"/>
        </pc:sldMkLst>
        <pc:spChg chg="mod">
          <ac:chgData name="Gabriel Quintella" userId="0401f16030b3bbcc" providerId="LiveId" clId="{2176CFFB-EAC0-4AB4-8935-C00161D88136}" dt="2022-01-26T02:41:35.252" v="2458" actId="1076"/>
          <ac:spMkLst>
            <pc:docMk/>
            <pc:sldMk cId="2687159608" sldId="287"/>
            <ac:spMk id="2" creationId="{A22A48B3-5314-4374-A82C-5EA1D94D2747}"/>
          </ac:spMkLst>
        </pc:spChg>
        <pc:spChg chg="add del">
          <ac:chgData name="Gabriel Quintella" userId="0401f16030b3bbcc" providerId="LiveId" clId="{2176CFFB-EAC0-4AB4-8935-C00161D88136}" dt="2022-01-24T00:55:19.395" v="92"/>
          <ac:spMkLst>
            <pc:docMk/>
            <pc:sldMk cId="2687159608" sldId="287"/>
            <ac:spMk id="3" creationId="{21A493B3-98C4-4E79-9719-03C35F4BE749}"/>
          </ac:spMkLst>
        </pc:spChg>
        <pc:spChg chg="add del">
          <ac:chgData name="Gabriel Quintella" userId="0401f16030b3bbcc" providerId="LiveId" clId="{2176CFFB-EAC0-4AB4-8935-C00161D88136}" dt="2022-01-24T00:55:22.739" v="95"/>
          <ac:spMkLst>
            <pc:docMk/>
            <pc:sldMk cId="2687159608" sldId="287"/>
            <ac:spMk id="5" creationId="{74EE26CC-371E-4040-A684-54F1368C5060}"/>
          </ac:spMkLst>
        </pc:spChg>
        <pc:spChg chg="add mod">
          <ac:chgData name="Gabriel Quintella" userId="0401f16030b3bbcc" providerId="LiveId" clId="{2176CFFB-EAC0-4AB4-8935-C00161D88136}" dt="2022-01-26T02:38:12.564" v="2405" actId="1076"/>
          <ac:spMkLst>
            <pc:docMk/>
            <pc:sldMk cId="2687159608" sldId="287"/>
            <ac:spMk id="5" creationId="{F8932E9D-A238-4B0B-A5C6-DE18B28A5BBF}"/>
          </ac:spMkLst>
        </pc:spChg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67626220" sldId="296"/>
        </pc:sldMkLst>
      </pc:sldChg>
      <pc:sldChg chg="addSp delSp modSp mod">
        <pc:chgData name="Gabriel Quintella" userId="0401f16030b3bbcc" providerId="LiveId" clId="{2176CFFB-EAC0-4AB4-8935-C00161D88136}" dt="2022-01-26T01:16:11.891" v="727" actId="478"/>
        <pc:sldMkLst>
          <pc:docMk/>
          <pc:sldMk cId="3602483249" sldId="310"/>
        </pc:sldMkLst>
        <pc:spChg chg="del mod">
          <ac:chgData name="Gabriel Quintella" userId="0401f16030b3bbcc" providerId="LiveId" clId="{2176CFFB-EAC0-4AB4-8935-C00161D88136}" dt="2022-01-26T01:16:11.891" v="727" actId="478"/>
          <ac:spMkLst>
            <pc:docMk/>
            <pc:sldMk cId="3602483249" sldId="310"/>
            <ac:spMk id="3" creationId="{63ACB423-586F-4488-A5E7-AFAB851385CC}"/>
          </ac:spMkLst>
        </pc:spChg>
        <pc:spChg chg="del mod">
          <ac:chgData name="Gabriel Quintella" userId="0401f16030b3bbcc" providerId="LiveId" clId="{2176CFFB-EAC0-4AB4-8935-C00161D88136}" dt="2022-01-26T01:15:27.362" v="709" actId="478"/>
          <ac:spMkLst>
            <pc:docMk/>
            <pc:sldMk cId="3602483249" sldId="310"/>
            <ac:spMk id="5" creationId="{A38B93BE-7CA2-44E6-838E-4B378D04A5FB}"/>
          </ac:spMkLst>
        </pc:spChg>
        <pc:spChg chg="add mod">
          <ac:chgData name="Gabriel Quintella" userId="0401f16030b3bbcc" providerId="LiveId" clId="{2176CFFB-EAC0-4AB4-8935-C00161D88136}" dt="2022-01-26T01:15:23.761" v="708"/>
          <ac:spMkLst>
            <pc:docMk/>
            <pc:sldMk cId="3602483249" sldId="310"/>
            <ac:spMk id="6" creationId="{14E44439-84C9-4B2D-A51A-58C5054AC038}"/>
          </ac:spMkLst>
        </pc:spChg>
        <pc:spChg chg="add mod">
          <ac:chgData name="Gabriel Quintella" userId="0401f16030b3bbcc" providerId="LiveId" clId="{2176CFFB-EAC0-4AB4-8935-C00161D88136}" dt="2022-01-26T01:16:07.095" v="726" actId="6549"/>
          <ac:spMkLst>
            <pc:docMk/>
            <pc:sldMk cId="3602483249" sldId="310"/>
            <ac:spMk id="7" creationId="{274BF52B-A6C3-4C91-9C4A-CC2C55DA4B7A}"/>
          </ac:spMkLst>
        </pc:spChg>
      </pc:sldChg>
      <pc:sldChg chg="addSp delSp modSp mod">
        <pc:chgData name="Gabriel Quintella" userId="0401f16030b3bbcc" providerId="LiveId" clId="{2176CFFB-EAC0-4AB4-8935-C00161D88136}" dt="2022-01-26T01:33:45.176" v="1476" actId="20577"/>
        <pc:sldMkLst>
          <pc:docMk/>
          <pc:sldMk cId="1400697358" sldId="311"/>
        </pc:sldMkLst>
        <pc:spChg chg="del">
          <ac:chgData name="Gabriel Quintella" userId="0401f16030b3bbcc" providerId="LiveId" clId="{2176CFFB-EAC0-4AB4-8935-C00161D88136}" dt="2022-01-26T01:11:41.128" v="681" actId="478"/>
          <ac:spMkLst>
            <pc:docMk/>
            <pc:sldMk cId="1400697358" sldId="311"/>
            <ac:spMk id="5" creationId="{51A53649-866D-4C43-B099-5F8B313ACB6A}"/>
          </ac:spMkLst>
        </pc:spChg>
        <pc:spChg chg="add mod">
          <ac:chgData name="Gabriel Quintella" userId="0401f16030b3bbcc" providerId="LiveId" clId="{2176CFFB-EAC0-4AB4-8935-C00161D88136}" dt="2022-01-26T01:11:46.842" v="691" actId="20577"/>
          <ac:spMkLst>
            <pc:docMk/>
            <pc:sldMk cId="1400697358" sldId="311"/>
            <ac:spMk id="6" creationId="{A9271859-B66C-4141-97F6-5B1BDEB57619}"/>
          </ac:spMkLst>
        </pc:spChg>
        <pc:spChg chg="add mod">
          <ac:chgData name="Gabriel Quintella" userId="0401f16030b3bbcc" providerId="LiveId" clId="{2176CFFB-EAC0-4AB4-8935-C00161D88136}" dt="2022-01-26T01:33:45.176" v="1476" actId="20577"/>
          <ac:spMkLst>
            <pc:docMk/>
            <pc:sldMk cId="1400697358" sldId="311"/>
            <ac:spMk id="7" creationId="{952D24E8-9AD7-4F1F-8F44-2D2B1EF4829A}"/>
          </ac:spMkLst>
        </pc:spChg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3638034034" sldId="312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599921827" sldId="313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702106009" sldId="314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1025678899" sldId="315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17444704" sldId="319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4085264771" sldId="320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1806279855" sldId="322"/>
        </pc:sldMkLst>
      </pc:sldChg>
      <pc:sldChg chg="addSp delSp modSp add mod setBg delDesignElem">
        <pc:chgData name="Gabriel Quintella" userId="0401f16030b3bbcc" providerId="LiveId" clId="{2176CFFB-EAC0-4AB4-8935-C00161D88136}" dt="2022-01-26T01:40:36.958" v="1677" actId="1076"/>
        <pc:sldMkLst>
          <pc:docMk/>
          <pc:sldMk cId="1643912254" sldId="323"/>
        </pc:sldMkLst>
        <pc:spChg chg="mod">
          <ac:chgData name="Gabriel Quintella" userId="0401f16030b3bbcc" providerId="LiveId" clId="{2176CFFB-EAC0-4AB4-8935-C00161D88136}" dt="2022-01-26T01:40:36.958" v="1677" actId="1076"/>
          <ac:spMkLst>
            <pc:docMk/>
            <pc:sldMk cId="1643912254" sldId="323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4T00:57:25.124" v="155"/>
          <ac:spMkLst>
            <pc:docMk/>
            <pc:sldMk cId="1643912254" sldId="323"/>
            <ac:spMk id="6" creationId="{E49CC64F-7275-4E33-961B-0C5CDC439875}"/>
          </ac:spMkLst>
        </pc:spChg>
        <pc:spChg chg="add">
          <ac:chgData name="Gabriel Quintella" userId="0401f16030b3bbcc" providerId="LiveId" clId="{2176CFFB-EAC0-4AB4-8935-C00161D88136}" dt="2022-01-24T00:58:24.820" v="240" actId="26606"/>
          <ac:spMkLst>
            <pc:docMk/>
            <pc:sldMk cId="1643912254" sldId="323"/>
            <ac:spMk id="9" creationId="{E49CC64F-7275-4E33-961B-0C5CDC439875}"/>
          </ac:spMkLst>
        </pc:spChg>
      </pc:sldChg>
      <pc:sldChg chg="addSp delSp modSp add mod setBg modAnim delDesignElem">
        <pc:chgData name="Gabriel Quintella" userId="0401f16030b3bbcc" providerId="LiveId" clId="{2176CFFB-EAC0-4AB4-8935-C00161D88136}" dt="2022-01-26T02:56:54.990" v="2606" actId="6549"/>
        <pc:sldMkLst>
          <pc:docMk/>
          <pc:sldMk cId="3716902256" sldId="324"/>
        </pc:sldMkLst>
        <pc:spChg chg="del mod">
          <ac:chgData name="Gabriel Quintella" userId="0401f16030b3bbcc" providerId="LiveId" clId="{2176CFFB-EAC0-4AB4-8935-C00161D88136}" dt="2022-01-26T01:10:37.828" v="673" actId="478"/>
          <ac:spMkLst>
            <pc:docMk/>
            <pc:sldMk cId="3716902256" sldId="324"/>
            <ac:spMk id="3" creationId="{1C68C712-3EB5-4548-B017-0B4D8DE9FFB9}"/>
          </ac:spMkLst>
        </pc:spChg>
        <pc:spChg chg="add mod">
          <ac:chgData name="Gabriel Quintella" userId="0401f16030b3bbcc" providerId="LiveId" clId="{2176CFFB-EAC0-4AB4-8935-C00161D88136}" dt="2022-01-26T01:10:42.988" v="680" actId="20577"/>
          <ac:spMkLst>
            <pc:docMk/>
            <pc:sldMk cId="3716902256" sldId="324"/>
            <ac:spMk id="6" creationId="{EEC9B57E-9CB1-4AC6-9EE4-46A88A30D625}"/>
          </ac:spMkLst>
        </pc:spChg>
        <pc:spChg chg="add mod">
          <ac:chgData name="Gabriel Quintella" userId="0401f16030b3bbcc" providerId="LiveId" clId="{2176CFFB-EAC0-4AB4-8935-C00161D88136}" dt="2022-01-26T02:56:54.990" v="2606" actId="6549"/>
          <ac:spMkLst>
            <pc:docMk/>
            <pc:sldMk cId="3716902256" sldId="324"/>
            <ac:spMk id="7" creationId="{6BD12955-49C4-4E59-AF82-CF5A49E19470}"/>
          </ac:spMkLst>
        </pc:spChg>
        <pc:spChg chg="add">
          <ac:chgData name="Gabriel Quintella" userId="0401f16030b3bbcc" providerId="LiveId" clId="{2176CFFB-EAC0-4AB4-8935-C00161D88136}" dt="2022-01-26T01:09:22.048" v="622" actId="26606"/>
          <ac:spMkLst>
            <pc:docMk/>
            <pc:sldMk cId="3716902256" sldId="324"/>
            <ac:spMk id="9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1:09:05.614" v="616"/>
          <ac:spMkLst>
            <pc:docMk/>
            <pc:sldMk cId="3716902256" sldId="324"/>
            <ac:spMk id="11" creationId="{E49CC64F-7275-4E33-961B-0C5CDC439875}"/>
          </ac:spMkLst>
        </pc:spChg>
        <pc:picChg chg="mod">
          <ac:chgData name="Gabriel Quintella" userId="0401f16030b3bbcc" providerId="LiveId" clId="{2176CFFB-EAC0-4AB4-8935-C00161D88136}" dt="2022-01-26T01:09:24.814" v="623" actId="27614"/>
          <ac:picMkLst>
            <pc:docMk/>
            <pc:sldMk cId="3716902256" sldId="324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2176CFFB-EAC0-4AB4-8935-C00161D88136}" dt="2022-01-26T01:22:32.723" v="1198" actId="255"/>
        <pc:sldMkLst>
          <pc:docMk/>
          <pc:sldMk cId="1965782931" sldId="325"/>
        </pc:sldMkLst>
        <pc:spChg chg="mod">
          <ac:chgData name="Gabriel Quintella" userId="0401f16030b3bbcc" providerId="LiveId" clId="{2176CFFB-EAC0-4AB4-8935-C00161D88136}" dt="2022-01-26T01:22:32.723" v="1198" actId="255"/>
          <ac:spMkLst>
            <pc:docMk/>
            <pc:sldMk cId="1965782931" sldId="325"/>
            <ac:spMk id="2" creationId="{A22A48B3-5314-4374-A82C-5EA1D94D2747}"/>
          </ac:spMkLst>
        </pc:spChg>
        <pc:spChg chg="add">
          <ac:chgData name="Gabriel Quintella" userId="0401f16030b3bbcc" providerId="LiveId" clId="{2176CFFB-EAC0-4AB4-8935-C00161D88136}" dt="2022-01-26T01:17:04.870" v="736" actId="26606"/>
          <ac:spMkLst>
            <pc:docMk/>
            <pc:sldMk cId="1965782931" sldId="325"/>
            <ac:spMk id="6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1:16:28.109" v="729"/>
          <ac:spMkLst>
            <pc:docMk/>
            <pc:sldMk cId="1965782931" sldId="325"/>
            <ac:spMk id="9" creationId="{E49CC64F-7275-4E33-961B-0C5CDC439875}"/>
          </ac:spMkLst>
        </pc:spChg>
      </pc:sldChg>
      <pc:sldChg chg="addSp delSp modSp add del mod ord setBg delDesignElem">
        <pc:chgData name="Gabriel Quintella" userId="0401f16030b3bbcc" providerId="LiveId" clId="{2176CFFB-EAC0-4AB4-8935-C00161D88136}" dt="2022-01-26T01:33:57.969" v="1478" actId="2696"/>
        <pc:sldMkLst>
          <pc:docMk/>
          <pc:sldMk cId="2836536046" sldId="326"/>
        </pc:sldMkLst>
        <pc:spChg chg="del">
          <ac:chgData name="Gabriel Quintella" userId="0401f16030b3bbcc" providerId="LiveId" clId="{2176CFFB-EAC0-4AB4-8935-C00161D88136}" dt="2022-01-26T01:22:54.382" v="1199" actId="478"/>
          <ac:spMkLst>
            <pc:docMk/>
            <pc:sldMk cId="2836536046" sldId="326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6T01:17:25.539" v="740"/>
          <ac:spMkLst>
            <pc:docMk/>
            <pc:sldMk cId="2836536046" sldId="326"/>
            <ac:spMk id="6" creationId="{E49CC64F-7275-4E33-961B-0C5CDC439875}"/>
          </ac:spMkLst>
        </pc:spChg>
        <pc:spChg chg="add mod">
          <ac:chgData name="Gabriel Quintella" userId="0401f16030b3bbcc" providerId="LiveId" clId="{2176CFFB-EAC0-4AB4-8935-C00161D88136}" dt="2022-01-26T01:26:58.884" v="1367" actId="255"/>
          <ac:spMkLst>
            <pc:docMk/>
            <pc:sldMk cId="2836536046" sldId="326"/>
            <ac:spMk id="7" creationId="{28416471-A237-4F3C-9AD8-8A46803D3190}"/>
          </ac:spMkLst>
        </pc:spChg>
        <pc:spChg chg="add">
          <ac:chgData name="Gabriel Quintella" userId="0401f16030b3bbcc" providerId="LiveId" clId="{2176CFFB-EAC0-4AB4-8935-C00161D88136}" dt="2022-01-26T01:17:29.942" v="741" actId="26606"/>
          <ac:spMkLst>
            <pc:docMk/>
            <pc:sldMk cId="2836536046" sldId="326"/>
            <ac:spMk id="9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176CFFB-EAC0-4AB4-8935-C00161D88136}" dt="2022-01-26T01:37:00.430" v="1605" actId="1076"/>
        <pc:sldMkLst>
          <pc:docMk/>
          <pc:sldMk cId="2045008225" sldId="327"/>
        </pc:sldMkLst>
        <pc:spChg chg="mod">
          <ac:chgData name="Gabriel Quintella" userId="0401f16030b3bbcc" providerId="LiveId" clId="{2176CFFB-EAC0-4AB4-8935-C00161D88136}" dt="2022-01-26T01:37:00.430" v="1605" actId="1076"/>
          <ac:spMkLst>
            <pc:docMk/>
            <pc:sldMk cId="2045008225" sldId="327"/>
            <ac:spMk id="7" creationId="{28416471-A237-4F3C-9AD8-8A46803D3190}"/>
          </ac:spMkLst>
        </pc:spChg>
        <pc:spChg chg="del">
          <ac:chgData name="Gabriel Quintella" userId="0401f16030b3bbcc" providerId="LiveId" clId="{2176CFFB-EAC0-4AB4-8935-C00161D88136}" dt="2022-01-26T01:33:59.802" v="1480"/>
          <ac:spMkLst>
            <pc:docMk/>
            <pc:sldMk cId="2045008225" sldId="327"/>
            <ac:spMk id="9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1:34:47.831" v="1491" actId="26606"/>
          <ac:spMkLst>
            <pc:docMk/>
            <pc:sldMk cId="2045008225" sldId="327"/>
            <ac:spMk id="12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4" creationId="{FC3C749F-9A26-4B1E-BC2E-572D03DF9593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5" creationId="{04A130CA-991E-4C92-A494-EB7D8666EFED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6" creationId="{F98D51C6-1188-49B8-B829-31D2C2813F10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8" creationId="{456BA586-8922-4113-BD35-BBF1EB1A1F42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20" creationId="{B497CCB5-5FC2-473C-AFCC-2430CEF1DF71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22" creationId="{599C8C75-BFDF-44E7-A028-EEB5EDD58817}"/>
          </ac:spMkLst>
        </pc:spChg>
        <pc:spChg chg="add">
          <ac:chgData name="Gabriel Quintella" userId="0401f16030b3bbcc" providerId="LiveId" clId="{2176CFFB-EAC0-4AB4-8935-C00161D88136}" dt="2022-01-26T01:34:48.536" v="1494" actId="26606"/>
          <ac:spMkLst>
            <pc:docMk/>
            <pc:sldMk cId="2045008225" sldId="327"/>
            <ac:spMk id="24" creationId="{E49CC64F-7275-4E33-961B-0C5CDC439875}"/>
          </ac:spMkLst>
        </pc:spChg>
        <pc:picChg chg="mod ord">
          <ac:chgData name="Gabriel Quintella" userId="0401f16030b3bbcc" providerId="LiveId" clId="{2176CFFB-EAC0-4AB4-8935-C00161D88136}" dt="2022-01-26T01:34:48.536" v="1494" actId="26606"/>
          <ac:picMkLst>
            <pc:docMk/>
            <pc:sldMk cId="2045008225" sldId="327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2176CFFB-EAC0-4AB4-8935-C00161D88136}" dt="2022-01-26T01:44:08.109" v="1718" actId="26606"/>
        <pc:sldMkLst>
          <pc:docMk/>
          <pc:sldMk cId="1324910844" sldId="328"/>
        </pc:sldMkLst>
        <pc:spChg chg="mod">
          <ac:chgData name="Gabriel Quintella" userId="0401f16030b3bbcc" providerId="LiveId" clId="{2176CFFB-EAC0-4AB4-8935-C00161D88136}" dt="2022-01-26T01:44:08.109" v="1718" actId="26606"/>
          <ac:spMkLst>
            <pc:docMk/>
            <pc:sldMk cId="1324910844" sldId="328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6T01:43:38.953" v="1692"/>
          <ac:spMkLst>
            <pc:docMk/>
            <pc:sldMk cId="1324910844" sldId="328"/>
            <ac:spMk id="6" creationId="{E49CC64F-7275-4E33-961B-0C5CDC439875}"/>
          </ac:spMkLst>
        </pc:spChg>
        <pc:spChg chg="add">
          <ac:chgData name="Gabriel Quintella" userId="0401f16030b3bbcc" providerId="LiveId" clId="{2176CFFB-EAC0-4AB4-8935-C00161D88136}" dt="2022-01-26T01:44:08.109" v="1718" actId="26606"/>
          <ac:spMkLst>
            <pc:docMk/>
            <pc:sldMk cId="1324910844" sldId="328"/>
            <ac:spMk id="9" creationId="{E49CC64F-7275-4E33-961B-0C5CDC439875}"/>
          </ac:spMkLst>
        </pc:spChg>
      </pc:sldChg>
      <pc:sldChg chg="addSp delSp modSp add mod ord setBg delAnim modAnim delDesignElem">
        <pc:chgData name="Gabriel Quintella" userId="0401f16030b3bbcc" providerId="LiveId" clId="{2176CFFB-EAC0-4AB4-8935-C00161D88136}" dt="2022-01-26T02:53:27.133" v="2553"/>
        <pc:sldMkLst>
          <pc:docMk/>
          <pc:sldMk cId="2260188626" sldId="329"/>
        </pc:sldMkLst>
        <pc:spChg chg="del mod">
          <ac:chgData name="Gabriel Quintella" userId="0401f16030b3bbcc" providerId="LiveId" clId="{2176CFFB-EAC0-4AB4-8935-C00161D88136}" dt="2022-01-26T01:46:37.687" v="1806" actId="478"/>
          <ac:spMkLst>
            <pc:docMk/>
            <pc:sldMk cId="2260188626" sldId="329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6T01:46:17.162" v="1802" actId="478"/>
          <ac:spMkLst>
            <pc:docMk/>
            <pc:sldMk cId="2260188626" sldId="329"/>
            <ac:spMk id="3" creationId="{BD195509-717A-46FB-B99F-6404C6E20256}"/>
          </ac:spMkLst>
        </pc:spChg>
        <pc:spChg chg="add mod">
          <ac:chgData name="Gabriel Quintella" userId="0401f16030b3bbcc" providerId="LiveId" clId="{2176CFFB-EAC0-4AB4-8935-C00161D88136}" dt="2022-01-26T02:52:43.724" v="2550" actId="1076"/>
          <ac:spMkLst>
            <pc:docMk/>
            <pc:sldMk cId="2260188626" sldId="329"/>
            <ac:spMk id="5" creationId="{16662D34-8937-42BB-B4AB-9C2B7704B3B7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7" creationId="{D243DA47-18F6-4CD1-A81D-42195A127143}"/>
          </ac:spMkLst>
        </pc:spChg>
        <pc:spChg chg="add del mod">
          <ac:chgData name="Gabriel Quintella" userId="0401f16030b3bbcc" providerId="LiveId" clId="{2176CFFB-EAC0-4AB4-8935-C00161D88136}" dt="2022-01-26T01:58:06.750" v="1873" actId="478"/>
          <ac:spMkLst>
            <pc:docMk/>
            <pc:sldMk cId="2260188626" sldId="329"/>
            <ac:spMk id="7" creationId="{F424A4EE-8082-4284-BB7A-11B2AFF86CFC}"/>
          </ac:spMkLst>
        </pc:spChg>
        <pc:spChg chg="add">
          <ac:chgData name="Gabriel Quintella" userId="0401f16030b3bbcc" providerId="LiveId" clId="{2176CFFB-EAC0-4AB4-8935-C00161D88136}" dt="2022-01-26T01:46:23.095" v="1803" actId="26606"/>
          <ac:spMkLst>
            <pc:docMk/>
            <pc:sldMk cId="2260188626" sldId="329"/>
            <ac:spMk id="9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1:46:09.632" v="1801"/>
          <ac:spMkLst>
            <pc:docMk/>
            <pc:sldMk cId="2260188626" sldId="329"/>
            <ac:spMk id="16" creationId="{E49CC64F-7275-4E33-961B-0C5CDC439875}"/>
          </ac:spMkLst>
        </pc:spChg>
        <pc:spChg chg="add mod">
          <ac:chgData name="Gabriel Quintella" userId="0401f16030b3bbcc" providerId="LiveId" clId="{2176CFFB-EAC0-4AB4-8935-C00161D88136}" dt="2022-01-26T02:52:34.571" v="2547" actId="1076"/>
          <ac:spMkLst>
            <pc:docMk/>
            <pc:sldMk cId="2260188626" sldId="329"/>
            <ac:spMk id="17" creationId="{833876D2-1E9E-4654-AB6C-910090CDE7E9}"/>
          </ac:spMkLst>
        </pc:spChg>
        <pc:spChg chg="add mod">
          <ac:chgData name="Gabriel Quintella" userId="0401f16030b3bbcc" providerId="LiveId" clId="{2176CFFB-EAC0-4AB4-8935-C00161D88136}" dt="2022-01-26T02:52:49.332" v="2551" actId="1076"/>
          <ac:spMkLst>
            <pc:docMk/>
            <pc:sldMk cId="2260188626" sldId="329"/>
            <ac:spMk id="18" creationId="{6860D639-96D5-401B-9A07-7CF5F5BE1438}"/>
          </ac:spMkLst>
        </pc:spChg>
        <pc:spChg chg="add del mod">
          <ac:chgData name="Gabriel Quintella" userId="0401f16030b3bbcc" providerId="LiveId" clId="{2176CFFB-EAC0-4AB4-8935-C00161D88136}" dt="2022-01-26T02:51:07.040" v="2519" actId="478"/>
          <ac:spMkLst>
            <pc:docMk/>
            <pc:sldMk cId="2260188626" sldId="329"/>
            <ac:spMk id="19" creationId="{38911737-FD46-494C-8FC9-578E44C4D51E}"/>
          </ac:spMkLst>
        </pc:spChg>
        <pc:spChg chg="add mod">
          <ac:chgData name="Gabriel Quintella" userId="0401f16030b3bbcc" providerId="LiveId" clId="{2176CFFB-EAC0-4AB4-8935-C00161D88136}" dt="2022-01-26T02:52:37.212" v="2548" actId="1076"/>
          <ac:spMkLst>
            <pc:docMk/>
            <pc:sldMk cId="2260188626" sldId="329"/>
            <ac:spMk id="20" creationId="{86A245E3-1EB8-4996-8E20-2E69D5F135BB}"/>
          </ac:spMkLst>
        </pc:spChg>
        <pc:spChg chg="add del mod">
          <ac:chgData name="Gabriel Quintella" userId="0401f16030b3bbcc" providerId="LiveId" clId="{2176CFFB-EAC0-4AB4-8935-C00161D88136}" dt="2022-01-26T02:51:03.914" v="2518" actId="478"/>
          <ac:spMkLst>
            <pc:docMk/>
            <pc:sldMk cId="2260188626" sldId="329"/>
            <ac:spMk id="22" creationId="{6D5A4D29-8AAB-4D89-8B34-C07DAA9F3BE6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24" creationId="{479AF5D3-C869-42AD-B98B-13E364F27036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29" creationId="{86F848DD-ADE1-4DBB-AFF5-BCF68E8E158D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30" creationId="{8ECF6DAE-FCDE-43A2-9CB0-AC12BDC263E4}"/>
          </ac:spMkLst>
        </pc:spChg>
        <pc:spChg chg="add mod">
          <ac:chgData name="Gabriel Quintella" userId="0401f16030b3bbcc" providerId="LiveId" clId="{2176CFFB-EAC0-4AB4-8935-C00161D88136}" dt="2022-01-26T02:52:41.085" v="2549" actId="1076"/>
          <ac:spMkLst>
            <pc:docMk/>
            <pc:sldMk cId="2260188626" sldId="329"/>
            <ac:spMk id="31" creationId="{4E241D24-74C2-43D7-B87A-DE9A38760121}"/>
          </ac:spMkLst>
        </pc:spChg>
        <pc:spChg chg="add mod">
          <ac:chgData name="Gabriel Quintella" userId="0401f16030b3bbcc" providerId="LiveId" clId="{2176CFFB-EAC0-4AB4-8935-C00161D88136}" dt="2022-01-26T01:59:56.165" v="1894" actId="1076"/>
          <ac:spMkLst>
            <pc:docMk/>
            <pc:sldMk cId="2260188626" sldId="329"/>
            <ac:spMk id="35" creationId="{7F2A7F7C-B905-4E21-A29A-601EA18A19C5}"/>
          </ac:spMkLst>
        </pc:spChg>
        <pc:picChg chg="add del mod">
          <ac:chgData name="Gabriel Quintella" userId="0401f16030b3bbcc" providerId="LiveId" clId="{2176CFFB-EAC0-4AB4-8935-C00161D88136}" dt="2022-01-26T02:18:52.457" v="2350" actId="27349"/>
          <ac:picMkLst>
            <pc:docMk/>
            <pc:sldMk cId="2260188626" sldId="329"/>
            <ac:picMk id="6" creationId="{FE25F290-4E95-4B39-9D57-516B366D4E06}"/>
          </ac:picMkLst>
        </pc:picChg>
        <pc:picChg chg="add del mod">
          <ac:chgData name="Gabriel Quintella" userId="0401f16030b3bbcc" providerId="LiveId" clId="{2176CFFB-EAC0-4AB4-8935-C00161D88136}" dt="2022-01-26T01:51:23.121" v="1833" actId="478"/>
          <ac:picMkLst>
            <pc:docMk/>
            <pc:sldMk cId="2260188626" sldId="329"/>
            <ac:picMk id="10" creationId="{23AE1272-C582-46EB-8C25-C88B885E83CF}"/>
          </ac:picMkLst>
        </pc:picChg>
        <pc:picChg chg="add del mod">
          <ac:chgData name="Gabriel Quintella" userId="0401f16030b3bbcc" providerId="LiveId" clId="{2176CFFB-EAC0-4AB4-8935-C00161D88136}" dt="2022-01-26T02:15:17.867" v="2316" actId="478"/>
          <ac:picMkLst>
            <pc:docMk/>
            <pc:sldMk cId="2260188626" sldId="329"/>
            <ac:picMk id="10" creationId="{C45D13FC-0DC3-4CCE-940E-D592135662E4}"/>
          </ac:picMkLst>
        </pc:picChg>
        <pc:picChg chg="add mod ord">
          <ac:chgData name="Gabriel Quintella" userId="0401f16030b3bbcc" providerId="LiveId" clId="{2176CFFB-EAC0-4AB4-8935-C00161D88136}" dt="2022-01-26T02:17:51.670" v="2344" actId="208"/>
          <ac:picMkLst>
            <pc:docMk/>
            <pc:sldMk cId="2260188626" sldId="329"/>
            <ac:picMk id="12" creationId="{9D9D30B7-9581-4BC8-A308-4E8CBAD79B32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2" creationId="{AB49D358-F25F-415D-97F6-385FAA8F2DA5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4" creationId="{0BEFD389-2EBB-4400-B5E0-0DF452B39EC9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7" creationId="{8C2DF541-BE6B-4DB0-A472-20F5C8AFFD8D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9" creationId="{828A43AA-29E7-45EE-B141-1B953E60C7DE}"/>
          </ac:picMkLst>
        </pc:picChg>
        <pc:picChg chg="add mod">
          <ac:chgData name="Gabriel Quintella" userId="0401f16030b3bbcc" providerId="LiveId" clId="{2176CFFB-EAC0-4AB4-8935-C00161D88136}" dt="2022-01-26T02:18:05.333" v="2345" actId="27349"/>
          <ac:picMkLst>
            <pc:docMk/>
            <pc:sldMk cId="2260188626" sldId="329"/>
            <ac:picMk id="21" creationId="{FEFC976B-86A0-4212-8930-A6F2876E53FC}"/>
          </ac:picMkLst>
        </pc:picChg>
        <pc:picChg chg="add mod">
          <ac:chgData name="Gabriel Quintella" userId="0401f16030b3bbcc" providerId="LiveId" clId="{2176CFFB-EAC0-4AB4-8935-C00161D88136}" dt="2022-01-26T02:18:20.192" v="2348" actId="27349"/>
          <ac:picMkLst>
            <pc:docMk/>
            <pc:sldMk cId="2260188626" sldId="329"/>
            <ac:picMk id="25" creationId="{83319940-1F67-48B4-8B92-368637F91E3E}"/>
          </ac:picMkLst>
        </pc:picChg>
        <pc:picChg chg="add mod">
          <ac:chgData name="Gabriel Quintella" userId="0401f16030b3bbcc" providerId="LiveId" clId="{2176CFFB-EAC0-4AB4-8935-C00161D88136}" dt="2022-01-26T02:18:15.395" v="2347" actId="27349"/>
          <ac:picMkLst>
            <pc:docMk/>
            <pc:sldMk cId="2260188626" sldId="329"/>
            <ac:picMk id="26" creationId="{94A772B7-C20D-4D2F-AA0C-850F891C2516}"/>
          </ac:picMkLst>
        </pc:picChg>
        <pc:picChg chg="add mod">
          <ac:chgData name="Gabriel Quintella" userId="0401f16030b3bbcc" providerId="LiveId" clId="{2176CFFB-EAC0-4AB4-8935-C00161D88136}" dt="2022-01-26T02:18:10.721" v="2346" actId="27349"/>
          <ac:picMkLst>
            <pc:docMk/>
            <pc:sldMk cId="2260188626" sldId="329"/>
            <ac:picMk id="27" creationId="{2E94EE8F-214A-438F-92EF-A450724A6D07}"/>
          </ac:picMkLst>
        </pc:picChg>
        <pc:picChg chg="add del">
          <ac:chgData name="Gabriel Quintella" userId="0401f16030b3bbcc" providerId="LiveId" clId="{2176CFFB-EAC0-4AB4-8935-C00161D88136}" dt="2022-01-26T01:47:26.010" v="1810"/>
          <ac:picMkLst>
            <pc:docMk/>
            <pc:sldMk cId="2260188626" sldId="329"/>
            <ac:picMk id="1026" creationId="{90FC2DEA-CB9D-44D9-84CA-E40E50AF94D8}"/>
          </ac:picMkLst>
        </pc:picChg>
        <pc:picChg chg="add del">
          <ac:chgData name="Gabriel Quintella" userId="0401f16030b3bbcc" providerId="LiveId" clId="{2176CFFB-EAC0-4AB4-8935-C00161D88136}" dt="2022-01-26T01:47:46.022" v="1812"/>
          <ac:picMkLst>
            <pc:docMk/>
            <pc:sldMk cId="2260188626" sldId="329"/>
            <ac:picMk id="1028" creationId="{69C74FCD-726B-4FF7-9235-485BFFD90CFA}"/>
          </ac:picMkLst>
        </pc:picChg>
        <pc:picChg chg="add del">
          <ac:chgData name="Gabriel Quintella" userId="0401f16030b3bbcc" providerId="LiveId" clId="{2176CFFB-EAC0-4AB4-8935-C00161D88136}" dt="2022-01-26T01:48:39.603" v="1814"/>
          <ac:picMkLst>
            <pc:docMk/>
            <pc:sldMk cId="2260188626" sldId="329"/>
            <ac:picMk id="1030" creationId="{399754BC-A673-4C43-B7ED-C0D23E709841}"/>
          </ac:picMkLst>
        </pc:pic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23" creationId="{8EB3F35D-91DB-415D-AC99-26233CE4FF48}"/>
          </ac:cxnSpMkLst>
        </pc:cxn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28" creationId="{B130CCB4-FA38-49F9-9784-29D78159E87E}"/>
          </ac:cxnSpMkLst>
        </pc:cxnChg>
        <pc:cxnChg chg="add del">
          <ac:chgData name="Gabriel Quintella" userId="0401f16030b3bbcc" providerId="LiveId" clId="{2176CFFB-EAC0-4AB4-8935-C00161D88136}" dt="2022-01-26T01:55:01.057" v="1854" actId="11529"/>
          <ac:cxnSpMkLst>
            <pc:docMk/>
            <pc:sldMk cId="2260188626" sldId="329"/>
            <ac:cxnSpMk id="30" creationId="{A8698390-1889-40E5-A6C5-C13A5B89A7C4}"/>
          </ac:cxnSpMkLst>
        </pc:cxn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32" creationId="{BC6BC662-B955-4AAB-8778-C9BA107FF0BD}"/>
          </ac:cxnSpMkLst>
        </pc:cxn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34" creationId="{8B14EB07-4193-4C64-9F46-6361841B7CA9}"/>
          </ac:cxnSpMkLst>
        </pc:cxnChg>
      </pc:sldChg>
      <pc:sldChg chg="addSp delSp modSp add mod ord setBg addAnim delAnim modAnim delDesignElem">
        <pc:chgData name="Gabriel Quintella" userId="0401f16030b3bbcc" providerId="LiveId" clId="{2176CFFB-EAC0-4AB4-8935-C00161D88136}" dt="2022-01-26T02:55:30.580" v="2593" actId="1076"/>
        <pc:sldMkLst>
          <pc:docMk/>
          <pc:sldMk cId="928995435" sldId="330"/>
        </pc:sldMkLst>
        <pc:spChg chg="add del mod">
          <ac:chgData name="Gabriel Quintella" userId="0401f16030b3bbcc" providerId="LiveId" clId="{2176CFFB-EAC0-4AB4-8935-C00161D88136}" dt="2022-01-26T02:44:58.975" v="2472" actId="478"/>
          <ac:spMkLst>
            <pc:docMk/>
            <pc:sldMk cId="928995435" sldId="330"/>
            <ac:spMk id="2" creationId="{8ACA898D-13F2-44AB-A896-B363FDBD95F1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5" creationId="{16662D34-8937-42BB-B4AB-9C2B7704B3B7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7" creationId="{D243DA47-18F6-4CD1-A81D-42195A127143}"/>
          </ac:spMkLst>
        </pc:spChg>
        <pc:spChg chg="del">
          <ac:chgData name="Gabriel Quintella" userId="0401f16030b3bbcc" providerId="LiveId" clId="{2176CFFB-EAC0-4AB4-8935-C00161D88136}" dt="2022-01-26T02:43:39.929" v="2460"/>
          <ac:spMkLst>
            <pc:docMk/>
            <pc:sldMk cId="928995435" sldId="330"/>
            <ac:spMk id="9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17" creationId="{833876D2-1E9E-4654-AB6C-910090CDE7E9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18" creationId="{6860D639-96D5-401B-9A07-7CF5F5BE1438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19" creationId="{38911737-FD46-494C-8FC9-578E44C4D51E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0" creationId="{86A245E3-1EB8-4996-8E20-2E69D5F135BB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2" creationId="{6D5A4D29-8AAB-4D89-8B34-C07DAA9F3BE6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4" creationId="{479AF5D3-C869-42AD-B98B-13E364F27036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9" creationId="{86F848DD-ADE1-4DBB-AFF5-BCF68E8E158D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30" creationId="{8ECF6DAE-FCDE-43A2-9CB0-AC12BDC263E4}"/>
          </ac:spMkLst>
        </pc:spChg>
        <pc:spChg chg="add del mod">
          <ac:chgData name="Gabriel Quintella" userId="0401f16030b3bbcc" providerId="LiveId" clId="{2176CFFB-EAC0-4AB4-8935-C00161D88136}" dt="2022-01-26T02:46:36.573" v="2490" actId="478"/>
          <ac:spMkLst>
            <pc:docMk/>
            <pc:sldMk cId="928995435" sldId="330"/>
            <ac:spMk id="31" creationId="{0F3033FB-B665-4A8B-9430-C2E863DD54B3}"/>
          </ac:spMkLst>
        </pc:spChg>
        <pc:spChg chg="add del mod">
          <ac:chgData name="Gabriel Quintella" userId="0401f16030b3bbcc" providerId="LiveId" clId="{2176CFFB-EAC0-4AB4-8935-C00161D88136}" dt="2022-01-26T02:45:29.150" v="2480"/>
          <ac:spMkLst>
            <pc:docMk/>
            <pc:sldMk cId="928995435" sldId="330"/>
            <ac:spMk id="33" creationId="{F58CD41A-7D16-4398-822D-5BD7461D037D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35" creationId="{7F2A7F7C-B905-4E21-A29A-601EA18A19C5}"/>
          </ac:spMkLst>
        </pc:spChg>
        <pc:spChg chg="add del">
          <ac:chgData name="Gabriel Quintella" userId="0401f16030b3bbcc" providerId="LiveId" clId="{2176CFFB-EAC0-4AB4-8935-C00161D88136}" dt="2022-01-26T02:45:07.307" v="2475" actId="26606"/>
          <ac:spMkLst>
            <pc:docMk/>
            <pc:sldMk cId="928995435" sldId="330"/>
            <ac:spMk id="36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2:45:09.355" v="2477" actId="26606"/>
          <ac:spMkLst>
            <pc:docMk/>
            <pc:sldMk cId="928995435" sldId="330"/>
            <ac:spMk id="38" creationId="{1DB7C82F-AB7E-4F0C-B829-FA1B9C415180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39" creationId="{3FC7FCF2-34B6-4746-B4AE-19C68E5925E7}"/>
          </ac:spMkLst>
        </pc:spChg>
        <pc:spChg chg="add del">
          <ac:chgData name="Gabriel Quintella" userId="0401f16030b3bbcc" providerId="LiveId" clId="{2176CFFB-EAC0-4AB4-8935-C00161D88136}" dt="2022-01-26T02:45:36.314" v="2481" actId="26606"/>
          <ac:spMkLst>
            <pc:docMk/>
            <pc:sldMk cId="928995435" sldId="330"/>
            <ac:spMk id="40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2:45:53.367" v="2482" actId="26606"/>
          <ac:spMkLst>
            <pc:docMk/>
            <pc:sldMk cId="928995435" sldId="330"/>
            <ac:spMk id="45" creationId="{1DB7C82F-AB7E-4F0C-B829-FA1B9C415180}"/>
          </ac:spMkLst>
        </pc:spChg>
        <pc:spChg chg="add">
          <ac:chgData name="Gabriel Quintella" userId="0401f16030b3bbcc" providerId="LiveId" clId="{2176CFFB-EAC0-4AB4-8935-C00161D88136}" dt="2022-01-26T02:45:53.367" v="2482" actId="26606"/>
          <ac:spMkLst>
            <pc:docMk/>
            <pc:sldMk cId="928995435" sldId="330"/>
            <ac:spMk id="50" creationId="{E49CC64F-7275-4E33-961B-0C5CDC439875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2" creationId="{0D56E94E-7989-4339-B96C-910EECE44478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3" creationId="{C3B46281-891F-49E7-9F1C-F7C281C8EEFF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4" creationId="{28348228-81BD-4941-AB3D-943FBE61FE3D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5" creationId="{CC1F287A-00FC-482D-BFB7-7817C07F48D3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6" creationId="{CAF8A5EB-3E26-4DBB-A170-66154643BCED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7" creationId="{D14932A6-21E6-474A-B744-F6A24752F17A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8" creationId="{495CD139-0F12-4840-BE30-4A5A29784565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9" creationId="{22140097-9D85-48CF-842F-F74B0211B883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60" creationId="{2C4226DA-4F98-42E4-9DF9-D0F4937106FB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61" creationId="{1AB3CCBC-D111-49D9-9F2E-FFDA827AF14F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62" creationId="{4E9AAA56-6130-423B-82CE-B6655389F08C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73" creationId="{46DD52A9-3B82-4C96-94D1-FF9FA101D4BE}"/>
          </ac:spMkLst>
        </pc:spChg>
        <pc:spChg chg="add del mod">
          <ac:chgData name="Gabriel Quintella" userId="0401f16030b3bbcc" providerId="LiveId" clId="{2176CFFB-EAC0-4AB4-8935-C00161D88136}" dt="2022-01-26T02:47:17.618" v="2495" actId="478"/>
          <ac:spMkLst>
            <pc:docMk/>
            <pc:sldMk cId="928995435" sldId="330"/>
            <ac:spMk id="74" creationId="{68C576F8-7238-4439-8211-702020A075C3}"/>
          </ac:spMkLst>
        </pc:spChg>
        <pc:spChg chg="add del mod">
          <ac:chgData name="Gabriel Quintella" userId="0401f16030b3bbcc" providerId="LiveId" clId="{2176CFFB-EAC0-4AB4-8935-C00161D88136}" dt="2022-01-26T02:47:14.666" v="2494" actId="478"/>
          <ac:spMkLst>
            <pc:docMk/>
            <pc:sldMk cId="928995435" sldId="330"/>
            <ac:spMk id="75" creationId="{044826DE-8BB3-4FE5-B956-9F515E8E49F7}"/>
          </ac:spMkLst>
        </pc:spChg>
        <pc:spChg chg="add del mod">
          <ac:chgData name="Gabriel Quintella" userId="0401f16030b3bbcc" providerId="LiveId" clId="{2176CFFB-EAC0-4AB4-8935-C00161D88136}" dt="2022-01-26T02:47:20.188" v="2496" actId="478"/>
          <ac:spMkLst>
            <pc:docMk/>
            <pc:sldMk cId="928995435" sldId="330"/>
            <ac:spMk id="76" creationId="{072F4F0B-62D9-4037-A52A-20D13AD3EF76}"/>
          </ac:spMkLst>
        </pc:spChg>
        <pc:spChg chg="add mod">
          <ac:chgData name="Gabriel Quintella" userId="0401f16030b3bbcc" providerId="LiveId" clId="{2176CFFB-EAC0-4AB4-8935-C00161D88136}" dt="2022-01-26T02:55:30.580" v="2593" actId="1076"/>
          <ac:spMkLst>
            <pc:docMk/>
            <pc:sldMk cId="928995435" sldId="330"/>
            <ac:spMk id="77" creationId="{13FC9F14-DA89-4354-84E6-00AF259ED6DA}"/>
          </ac:spMkLst>
        </pc:spChg>
        <pc:spChg chg="add del mod">
          <ac:chgData name="Gabriel Quintella" userId="0401f16030b3bbcc" providerId="LiveId" clId="{2176CFFB-EAC0-4AB4-8935-C00161D88136}" dt="2022-01-26T02:47:26.654" v="2497" actId="478"/>
          <ac:spMkLst>
            <pc:docMk/>
            <pc:sldMk cId="928995435" sldId="330"/>
            <ac:spMk id="78" creationId="{A9A5A215-63E0-4A98-9943-C4DA0D5ED7D2}"/>
          </ac:spMkLst>
        </pc:spChg>
        <pc:spChg chg="add mod">
          <ac:chgData name="Gabriel Quintella" userId="0401f16030b3bbcc" providerId="LiveId" clId="{2176CFFB-EAC0-4AB4-8935-C00161D88136}" dt="2022-01-26T02:54:47.526" v="2576" actId="1076"/>
          <ac:spMkLst>
            <pc:docMk/>
            <pc:sldMk cId="928995435" sldId="330"/>
            <ac:spMk id="79" creationId="{200F1925-A534-4C17-856A-F560340DFF5B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0" creationId="{D1436E05-1719-45EB-9486-1240E169E741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1" creationId="{0CBCC045-96A2-4892-8274-F312CD3E1FD0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2" creationId="{40D7D5FD-47D8-40B5-BD8D-971A2E55AA64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3" creationId="{8AC3B827-10C3-47CC-A357-7F9C2A6D6EBD}"/>
          </ac:spMkLst>
        </pc:spChg>
        <pc:spChg chg="add mod">
          <ac:chgData name="Gabriel Quintella" userId="0401f16030b3bbcc" providerId="LiveId" clId="{2176CFFB-EAC0-4AB4-8935-C00161D88136}" dt="2022-01-26T02:55:25.540" v="2592" actId="1076"/>
          <ac:spMkLst>
            <pc:docMk/>
            <pc:sldMk cId="928995435" sldId="330"/>
            <ac:spMk id="84" creationId="{9C1B7F44-DC33-4175-81C5-B397E3F0EF55}"/>
          </ac:spMkLst>
        </pc:spChg>
        <pc:spChg chg="add del mod">
          <ac:chgData name="Gabriel Quintella" userId="0401f16030b3bbcc" providerId="LiveId" clId="{2176CFFB-EAC0-4AB4-8935-C00161D88136}" dt="2022-01-26T02:55:05.724" v="2580" actId="478"/>
          <ac:spMkLst>
            <pc:docMk/>
            <pc:sldMk cId="928995435" sldId="330"/>
            <ac:spMk id="85" creationId="{20B5E41A-D7FB-49FB-B13B-D5E46A7FC3DC}"/>
          </ac:spMkLst>
        </pc:spChg>
        <pc:picChg chg="mod ord">
          <ac:chgData name="Gabriel Quintella" userId="0401f16030b3bbcc" providerId="LiveId" clId="{2176CFFB-EAC0-4AB4-8935-C00161D88136}" dt="2022-01-26T02:45:53.367" v="2482" actId="26606"/>
          <ac:picMkLst>
            <pc:docMk/>
            <pc:sldMk cId="928995435" sldId="330"/>
            <ac:picMk id="4" creationId="{8FBED80D-7006-4868-BD2E-0119D360BC36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6" creationId="{FE25F290-4E95-4B39-9D57-516B366D4E06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12" creationId="{9D9D30B7-9581-4BC8-A308-4E8CBAD79B32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1" creationId="{FEFC976B-86A0-4212-8930-A6F2876E53FC}"/>
          </ac:picMkLst>
        </pc:picChg>
        <pc:picChg chg="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5" creationId="{83319940-1F67-48B4-8B92-368637F91E3E}"/>
          </ac:picMkLst>
        </pc:picChg>
        <pc:picChg chg="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6" creationId="{94A772B7-C20D-4D2F-AA0C-850F891C2516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7" creationId="{2E94EE8F-214A-438F-92EF-A450724A6D07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37" creationId="{1D0D2053-82DB-4353-AE0D-0D358F0B3C3B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1" creationId="{1D44EBD3-1DD5-4BB0-ABEA-2161BBD8D867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2" creationId="{2F3C341B-80EA-4A7B-82FB-16BDF8A27DC4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3" creationId="{394D37B6-5438-41E1-B076-B019ACA665F5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4" creationId="{846AD001-E3B9-4DB3-97C1-13D018097E7E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6" creationId="{BD99A839-900F-475D-8395-8D4F7AA746FB}"/>
          </ac:picMkLst>
        </pc:picChg>
        <pc:picChg chg="add mod">
          <ac:chgData name="Gabriel Quintella" userId="0401f16030b3bbcc" providerId="LiveId" clId="{2176CFFB-EAC0-4AB4-8935-C00161D88136}" dt="2022-01-26T02:50:09.380" v="2510" actId="1076"/>
          <ac:picMkLst>
            <pc:docMk/>
            <pc:sldMk cId="928995435" sldId="330"/>
            <ac:picMk id="63" creationId="{617AE373-9D48-4F3D-BA18-D9D88DBA0938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4" creationId="{95FBE927-9E2C-4572-90BB-D2FF1E5026E6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5" creationId="{47600260-4524-48B6-9D90-CA77F27D7B41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6" creationId="{6560DCB8-686C-43B5-ACE1-AF7D27732501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7" creationId="{C92D6795-DFFC-4A0D-B771-FB2746DBC1A9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8" creationId="{20963E9A-748A-4EF5-9F44-9968F17AA452}"/>
          </ac:picMkLst>
        </pc:picChg>
        <pc:cxnChg chg="add del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23" creationId="{8EB3F35D-91DB-415D-AC99-26233CE4FF48}"/>
          </ac:cxnSpMkLst>
        </pc:cxnChg>
        <pc:cxnChg chg="add del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28" creationId="{B130CCB4-FA38-49F9-9784-29D78159E87E}"/>
          </ac:cxnSpMkLst>
        </pc:cxnChg>
        <pc:cxnChg chg="add del mod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32" creationId="{BC6BC662-B955-4AAB-8778-C9BA107FF0BD}"/>
          </ac:cxnSpMkLst>
        </pc:cxnChg>
        <pc:cxnChg chg="add del mod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34" creationId="{8B14EB07-4193-4C64-9F46-6361841B7CA9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47" creationId="{E2462D8C-87D5-4C67-A960-2A4623712170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48" creationId="{9EC5ED64-0028-403D-AAC4-84CD40299250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49" creationId="{2C5611B0-6EA3-4E3A-87A6-C2141092D2EE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51" creationId="{AB2722D2-69C0-412D-B560-2AC04FA45B56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69" creationId="{5D39D6B6-62D4-4A17-AD8E-D5A9724381D0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70" creationId="{26A553CC-911D-42AE-B8A0-83CF6CB42D37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71" creationId="{EF589DD5-8F4B-4282-ADE2-A247383DE2BA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72" creationId="{2A34CE41-0D9A-4561-8A83-A5F0D1C31807}"/>
          </ac:cxnSpMkLst>
        </pc:cxnChg>
      </pc:sldChg>
      <pc:sldChg chg="addSp delSp modSp add mod ord setBg addAnim delAnim modAnim delDesignElem">
        <pc:chgData name="Gabriel Quintella" userId="0401f16030b3bbcc" providerId="LiveId" clId="{2176CFFB-EAC0-4AB4-8935-C00161D88136}" dt="2022-01-26T03:07:07.332" v="3152" actId="1076"/>
        <pc:sldMkLst>
          <pc:docMk/>
          <pc:sldMk cId="1687943365" sldId="331"/>
        </pc:sldMkLst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7" creationId="{D4CA8527-8134-473C-A637-3425D023410B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18" creationId="{E94F3318-7CD5-4523-9092-E339C0D76CAF}"/>
          </ac:spMkLst>
        </pc:spChg>
        <pc:spChg chg="add del mod">
          <ac:chgData name="Gabriel Quintella" userId="0401f16030b3bbcc" providerId="LiveId" clId="{2176CFFB-EAC0-4AB4-8935-C00161D88136}" dt="2022-01-26T03:00:43.436" v="2778" actId="478"/>
          <ac:spMkLst>
            <pc:docMk/>
            <pc:sldMk cId="1687943365" sldId="331"/>
            <ac:spMk id="19" creationId="{4462C87A-5AF3-458D-8FA7-67CF12FD8B35}"/>
          </ac:spMkLst>
        </pc:spChg>
        <pc:spChg chg="add del mod">
          <ac:chgData name="Gabriel Quintella" userId="0401f16030b3bbcc" providerId="LiveId" clId="{2176CFFB-EAC0-4AB4-8935-C00161D88136}" dt="2022-01-26T02:59:57.561" v="2675" actId="478"/>
          <ac:spMkLst>
            <pc:docMk/>
            <pc:sldMk cId="1687943365" sldId="331"/>
            <ac:spMk id="20" creationId="{307FBD55-B8EF-49D2-B951-BCD5B3F686B7}"/>
          </ac:spMkLst>
        </pc:spChg>
        <pc:spChg chg="add del mod">
          <ac:chgData name="Gabriel Quintella" userId="0401f16030b3bbcc" providerId="LiveId" clId="{2176CFFB-EAC0-4AB4-8935-C00161D88136}" dt="2022-01-26T03:05:38.491" v="2933" actId="478"/>
          <ac:spMkLst>
            <pc:docMk/>
            <pc:sldMk cId="1687943365" sldId="331"/>
            <ac:spMk id="21" creationId="{12B7D167-ABDA-4BF5-BFB8-2CF311FDABF4}"/>
          </ac:spMkLst>
        </pc:spChg>
        <pc:spChg chg="add del mod">
          <ac:chgData name="Gabriel Quintella" userId="0401f16030b3bbcc" providerId="LiveId" clId="{2176CFFB-EAC0-4AB4-8935-C00161D88136}" dt="2022-01-26T02:59:59.729" v="2676" actId="478"/>
          <ac:spMkLst>
            <pc:docMk/>
            <pc:sldMk cId="1687943365" sldId="331"/>
            <ac:spMk id="22" creationId="{22E38C42-1DCE-4E4B-BA4C-C2DE1BFF9CF0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3" creationId="{FAB1DB24-E5EE-4581-BE53-275C99E13061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4" creationId="{D445B4C7-14E5-4FCA-8CD6-713118A86F2E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5" creationId="{5719DA90-BA08-450D-A3A8-F3A8171D98A1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6" creationId="{4F8E4B7B-3503-4403-B8CE-65349E720EBD}"/>
          </ac:spMkLst>
        </pc:spChg>
        <pc:spChg chg="add del mod">
          <ac:chgData name="Gabriel Quintella" userId="0401f16030b3bbcc" providerId="LiveId" clId="{2176CFFB-EAC0-4AB4-8935-C00161D88136}" dt="2022-01-26T03:00:01.993" v="2677" actId="478"/>
          <ac:spMkLst>
            <pc:docMk/>
            <pc:sldMk cId="1687943365" sldId="331"/>
            <ac:spMk id="27" creationId="{496B79AA-0A05-4FAA-A910-35A3202CEE6A}"/>
          </ac:spMkLst>
        </pc:spChg>
        <pc:spChg chg="add mod">
          <ac:chgData name="Gabriel Quintella" userId="0401f16030b3bbcc" providerId="LiveId" clId="{2176CFFB-EAC0-4AB4-8935-C00161D88136}" dt="2022-01-26T03:02:19.676" v="2922" actId="1076"/>
          <ac:spMkLst>
            <pc:docMk/>
            <pc:sldMk cId="1687943365" sldId="331"/>
            <ac:spMk id="28" creationId="{F72FA335-90A2-4A38-A9FE-D94DE81A6F7F}"/>
          </ac:spMkLst>
        </pc:spChg>
        <pc:spChg chg="del">
          <ac:chgData name="Gabriel Quintella" userId="0401f16030b3bbcc" providerId="LiveId" clId="{2176CFFB-EAC0-4AB4-8935-C00161D88136}" dt="2022-01-26T02:58:15.698" v="2607" actId="478"/>
          <ac:spMkLst>
            <pc:docMk/>
            <pc:sldMk cId="1687943365" sldId="331"/>
            <ac:spMk id="31" creationId="{0F3033FB-B665-4A8B-9430-C2E863DD54B3}"/>
          </ac:spMkLst>
        </pc:spChg>
        <pc:spChg chg="add del">
          <ac:chgData name="Gabriel Quintella" userId="0401f16030b3bbcc" providerId="LiveId" clId="{2176CFFB-EAC0-4AB4-8935-C00161D88136}" dt="2022-01-26T02:58:15.698" v="2607" actId="478"/>
          <ac:spMkLst>
            <pc:docMk/>
            <pc:sldMk cId="1687943365" sldId="331"/>
            <ac:spMk id="36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2:45:59.092" v="2484"/>
          <ac:spMkLst>
            <pc:docMk/>
            <pc:sldMk cId="1687943365" sldId="331"/>
            <ac:spMk id="50" creationId="{E49CC64F-7275-4E33-961B-0C5CDC439875}"/>
          </ac:spMkLst>
        </pc:spChg>
        <pc:picChg chg="del">
          <ac:chgData name="Gabriel Quintella" userId="0401f16030b3bbcc" providerId="LiveId" clId="{2176CFFB-EAC0-4AB4-8935-C00161D88136}" dt="2022-01-26T02:58:15.698" v="2607" actId="478"/>
          <ac:picMkLst>
            <pc:docMk/>
            <pc:sldMk cId="1687943365" sldId="331"/>
            <ac:picMk id="4" creationId="{8FBED80D-7006-4868-BD2E-0119D360BC36}"/>
          </ac:picMkLst>
        </pc:picChg>
        <pc:picChg chg="add mod">
          <ac:chgData name="Gabriel Quintella" userId="0401f16030b3bbcc" providerId="LiveId" clId="{2176CFFB-EAC0-4AB4-8935-C00161D88136}" dt="2022-01-26T03:07:07.332" v="3152" actId="1076"/>
          <ac:picMkLst>
            <pc:docMk/>
            <pc:sldMk cId="1687943365" sldId="331"/>
            <ac:picMk id="6" creationId="{DF8C6C19-8A36-438A-BB28-EB71ADF1F9DB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8" creationId="{52B6DE04-E0BA-4998-863D-E0CB9AF6440D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9" creationId="{6D7FD59F-4E10-4CE9-A633-9463187F6AB1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0" creationId="{782D8B2E-B295-478C-AAAC-0F1682A4EBF1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1" creationId="{5F667E8A-6783-4420-BEAA-37660E15CECA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2" creationId="{A8F0F95D-F2DD-4DA7-AD1A-3CF749924ABC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3" creationId="{DF020D05-613D-4A72-A88C-834F3890A35D}"/>
          </ac:picMkLst>
        </pc:picChg>
        <pc:picChg chg="add del mod">
          <ac:chgData name="Gabriel Quintella" userId="0401f16030b3bbcc" providerId="LiveId" clId="{2176CFFB-EAC0-4AB4-8935-C00161D88136}" dt="2022-01-26T03:06:47.046" v="3150" actId="478"/>
          <ac:picMkLst>
            <pc:docMk/>
            <pc:sldMk cId="1687943365" sldId="331"/>
            <ac:picMk id="1026" creationId="{4EE93DC3-E90C-4116-8FB5-FAD072BD12EB}"/>
          </ac:picMkLst>
        </pc:pic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4" creationId="{923687BD-8DEF-4709-8A79-81B8EF5390B5}"/>
          </ac:cxnSpMkLst>
        </pc:cxn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5" creationId="{33B91D27-4373-4C66-9954-EE064ABAF0CC}"/>
          </ac:cxnSpMkLst>
        </pc:cxn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6" creationId="{0BDA759A-D138-4A3D-8F50-95EFC8B1D23B}"/>
          </ac:cxnSpMkLst>
        </pc:cxn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7" creationId="{79E0B591-8D0D-434C-98FE-0682E037EA24}"/>
          </ac:cxnSpMkLst>
        </pc:cxnChg>
      </pc:sldChg>
    </pc:docChg>
  </pc:docChgLst>
  <pc:docChgLst>
    <pc:chgData name="Gabriel Quintella" userId="0401f16030b3bbcc" providerId="LiveId" clId="{F1759400-FC5C-4FF0-B1EB-D29BF24CEBE1}"/>
    <pc:docChg chg="undo custSel addSld modSld sldOrd">
      <pc:chgData name="Gabriel Quintella" userId="0401f16030b3bbcc" providerId="LiveId" clId="{F1759400-FC5C-4FF0-B1EB-D29BF24CEBE1}" dt="2022-03-02T22:49:18.534" v="840" actId="20577"/>
      <pc:docMkLst>
        <pc:docMk/>
      </pc:docMkLst>
      <pc:sldChg chg="modSp mod">
        <pc:chgData name="Gabriel Quintella" userId="0401f16030b3bbcc" providerId="LiveId" clId="{F1759400-FC5C-4FF0-B1EB-D29BF24CEBE1}" dt="2022-02-28T23:16:15.868" v="635" actId="20577"/>
        <pc:sldMkLst>
          <pc:docMk/>
          <pc:sldMk cId="214360441" sldId="274"/>
        </pc:sldMkLst>
        <pc:spChg chg="mod">
          <ac:chgData name="Gabriel Quintella" userId="0401f16030b3bbcc" providerId="LiveId" clId="{F1759400-FC5C-4FF0-B1EB-D29BF24CEBE1}" dt="2022-02-28T23:16:15.868" v="635" actId="20577"/>
          <ac:spMkLst>
            <pc:docMk/>
            <pc:sldMk cId="214360441" sldId="274"/>
            <ac:spMk id="3" creationId="{BD195509-717A-46FB-B99F-6404C6E20256}"/>
          </ac:spMkLst>
        </pc:spChg>
      </pc:sldChg>
      <pc:sldChg chg="modSp mod">
        <pc:chgData name="Gabriel Quintella" userId="0401f16030b3bbcc" providerId="LiveId" clId="{F1759400-FC5C-4FF0-B1EB-D29BF24CEBE1}" dt="2022-03-02T00:46:12.036" v="730" actId="27636"/>
        <pc:sldMkLst>
          <pc:docMk/>
          <pc:sldMk cId="1655760290" sldId="286"/>
        </pc:sldMkLst>
        <pc:spChg chg="mod">
          <ac:chgData name="Gabriel Quintella" userId="0401f16030b3bbcc" providerId="LiveId" clId="{F1759400-FC5C-4FF0-B1EB-D29BF24CEBE1}" dt="2022-03-02T00:46:12.036" v="730" actId="27636"/>
          <ac:spMkLst>
            <pc:docMk/>
            <pc:sldMk cId="1655760290" sldId="286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F1759400-FC5C-4FF0-B1EB-D29BF24CEBE1}" dt="2022-02-28T23:15:12.631" v="601" actId="20577"/>
        <pc:sldMkLst>
          <pc:docMk/>
          <pc:sldMk cId="1521800393" sldId="322"/>
        </pc:sldMkLst>
        <pc:spChg chg="mod">
          <ac:chgData name="Gabriel Quintella" userId="0401f16030b3bbcc" providerId="LiveId" clId="{F1759400-FC5C-4FF0-B1EB-D29BF24CEBE1}" dt="2022-02-28T23:15:12.631" v="601" actId="20577"/>
          <ac:spMkLst>
            <pc:docMk/>
            <pc:sldMk cId="1521800393" sldId="322"/>
            <ac:spMk id="10" creationId="{306A00D9-9BA3-4ED3-A1D8-07189F2AC203}"/>
          </ac:spMkLst>
        </pc:spChg>
      </pc:sldChg>
      <pc:sldChg chg="delSp modSp add mod">
        <pc:chgData name="Gabriel Quintella" userId="0401f16030b3bbcc" providerId="LiveId" clId="{F1759400-FC5C-4FF0-B1EB-D29BF24CEBE1}" dt="2022-02-15T21:32:27.831" v="176" actId="114"/>
        <pc:sldMkLst>
          <pc:docMk/>
          <pc:sldMk cId="3825918516" sldId="337"/>
        </pc:sldMkLst>
        <pc:spChg chg="mod">
          <ac:chgData name="Gabriel Quintella" userId="0401f16030b3bbcc" providerId="LiveId" clId="{F1759400-FC5C-4FF0-B1EB-D29BF24CEBE1}" dt="2022-02-15T21:30:54.433" v="21" actId="27636"/>
          <ac:spMkLst>
            <pc:docMk/>
            <pc:sldMk cId="3825918516" sldId="337"/>
            <ac:spMk id="5" creationId="{6B97D227-FFAD-4803-8347-16B7431A4CC7}"/>
          </ac:spMkLst>
        </pc:spChg>
        <pc:spChg chg="mod">
          <ac:chgData name="Gabriel Quintella" userId="0401f16030b3bbcc" providerId="LiveId" clId="{F1759400-FC5C-4FF0-B1EB-D29BF24CEBE1}" dt="2022-02-15T21:32:27.831" v="176" actId="114"/>
          <ac:spMkLst>
            <pc:docMk/>
            <pc:sldMk cId="3825918516" sldId="337"/>
            <ac:spMk id="26" creationId="{E4E70335-9F22-4C80-A468-C2F44CE8FA2E}"/>
          </ac:spMkLst>
        </pc:spChg>
        <pc:picChg chg="del">
          <ac:chgData name="Gabriel Quintella" userId="0401f16030b3bbcc" providerId="LiveId" clId="{F1759400-FC5C-4FF0-B1EB-D29BF24CEBE1}" dt="2022-02-15T21:30:44.244" v="9" actId="478"/>
          <ac:picMkLst>
            <pc:docMk/>
            <pc:sldMk cId="3825918516" sldId="337"/>
            <ac:picMk id="3" creationId="{F84A2885-A835-466C-B502-8A14A11957AD}"/>
          </ac:picMkLst>
        </pc:picChg>
      </pc:sldChg>
      <pc:sldChg chg="addSp delSp modSp add mod">
        <pc:chgData name="Gabriel Quintella" userId="0401f16030b3bbcc" providerId="LiveId" clId="{F1759400-FC5C-4FF0-B1EB-D29BF24CEBE1}" dt="2022-02-15T21:53:04.198" v="581" actId="208"/>
        <pc:sldMkLst>
          <pc:docMk/>
          <pc:sldMk cId="3894697005" sldId="338"/>
        </pc:sldMkLst>
        <pc:spChg chg="add del mod">
          <ac:chgData name="Gabriel Quintella" userId="0401f16030b3bbcc" providerId="LiveId" clId="{F1759400-FC5C-4FF0-B1EB-D29BF24CEBE1}" dt="2022-02-15T21:45:46.455" v="315" actId="11529"/>
          <ac:spMkLst>
            <pc:docMk/>
            <pc:sldMk cId="3894697005" sldId="338"/>
            <ac:spMk id="2" creationId="{381CC70C-857D-4912-BECA-D68D6AC483D3}"/>
          </ac:spMkLst>
        </pc:spChg>
        <pc:spChg chg="add mod">
          <ac:chgData name="Gabriel Quintella" userId="0401f16030b3bbcc" providerId="LiveId" clId="{F1759400-FC5C-4FF0-B1EB-D29BF24CEBE1}" dt="2022-02-15T21:47:26.240" v="389" actId="1076"/>
          <ac:spMkLst>
            <pc:docMk/>
            <pc:sldMk cId="3894697005" sldId="338"/>
            <ac:spMk id="3" creationId="{93D07F06-2D3A-4DB1-BFD5-968162A65BE8}"/>
          </ac:spMkLst>
        </pc:spChg>
        <pc:spChg chg="add mod">
          <ac:chgData name="Gabriel Quintella" userId="0401f16030b3bbcc" providerId="LiveId" clId="{F1759400-FC5C-4FF0-B1EB-D29BF24CEBE1}" dt="2022-02-15T21:47:30.370" v="390" actId="1076"/>
          <ac:spMkLst>
            <pc:docMk/>
            <pc:sldMk cId="3894697005" sldId="338"/>
            <ac:spMk id="6" creationId="{6FD8F101-1B6C-4BF1-B5BA-A9400D3F0B37}"/>
          </ac:spMkLst>
        </pc:spChg>
        <pc:spChg chg="add mod">
          <ac:chgData name="Gabriel Quintella" userId="0401f16030b3bbcc" providerId="LiveId" clId="{F1759400-FC5C-4FF0-B1EB-D29BF24CEBE1}" dt="2022-02-15T21:48:09.402" v="429" actId="20577"/>
          <ac:spMkLst>
            <pc:docMk/>
            <pc:sldMk cId="3894697005" sldId="338"/>
            <ac:spMk id="8" creationId="{F3F3B578-42A8-490C-A038-D0BA96E262EF}"/>
          </ac:spMkLst>
        </pc:spChg>
        <pc:spChg chg="add mod">
          <ac:chgData name="Gabriel Quintella" userId="0401f16030b3bbcc" providerId="LiveId" clId="{F1759400-FC5C-4FF0-B1EB-D29BF24CEBE1}" dt="2022-02-15T21:49:04.533" v="536" actId="14100"/>
          <ac:spMkLst>
            <pc:docMk/>
            <pc:sldMk cId="3894697005" sldId="338"/>
            <ac:spMk id="9" creationId="{1545F4E1-9110-4A63-9EEF-3CA7160FDA75}"/>
          </ac:spMkLst>
        </pc:spChg>
        <pc:spChg chg="add del mod">
          <ac:chgData name="Gabriel Quintella" userId="0401f16030b3bbcc" providerId="LiveId" clId="{F1759400-FC5C-4FF0-B1EB-D29BF24CEBE1}" dt="2022-02-15T21:51:30.897" v="569" actId="478"/>
          <ac:spMkLst>
            <pc:docMk/>
            <pc:sldMk cId="3894697005" sldId="338"/>
            <ac:spMk id="13" creationId="{7B5F403A-0C34-47E9-AA43-A6738FAE471A}"/>
          </ac:spMkLst>
        </pc:spChg>
        <pc:spChg chg="add mod">
          <ac:chgData name="Gabriel Quintella" userId="0401f16030b3bbcc" providerId="LiveId" clId="{F1759400-FC5C-4FF0-B1EB-D29BF24CEBE1}" dt="2022-02-15T21:51:18.114" v="566" actId="1037"/>
          <ac:spMkLst>
            <pc:docMk/>
            <pc:sldMk cId="3894697005" sldId="338"/>
            <ac:spMk id="15" creationId="{1C96E589-E37E-48D6-927F-BEDB6183E4E1}"/>
          </ac:spMkLst>
        </pc:spChg>
        <pc:spChg chg="add mod">
          <ac:chgData name="Gabriel Quintella" userId="0401f16030b3bbcc" providerId="LiveId" clId="{F1759400-FC5C-4FF0-B1EB-D29BF24CEBE1}" dt="2022-02-15T21:50:49.357" v="550" actId="14100"/>
          <ac:spMkLst>
            <pc:docMk/>
            <pc:sldMk cId="3894697005" sldId="338"/>
            <ac:spMk id="16" creationId="{98E90754-D5D3-493E-9AD6-CE0B148A1414}"/>
          </ac:spMkLst>
        </pc:spChg>
        <pc:spChg chg="add mod">
          <ac:chgData name="Gabriel Quintella" userId="0401f16030b3bbcc" providerId="LiveId" clId="{F1759400-FC5C-4FF0-B1EB-D29BF24CEBE1}" dt="2022-02-15T21:51:26.338" v="568" actId="1076"/>
          <ac:spMkLst>
            <pc:docMk/>
            <pc:sldMk cId="3894697005" sldId="338"/>
            <ac:spMk id="17" creationId="{BA859C55-270E-4ED9-AB3B-8D627391C929}"/>
          </ac:spMkLst>
        </pc:spChg>
        <pc:spChg chg="mod">
          <ac:chgData name="Gabriel Quintella" userId="0401f16030b3bbcc" providerId="LiveId" clId="{F1759400-FC5C-4FF0-B1EB-D29BF24CEBE1}" dt="2022-02-15T21:47:34.286" v="391" actId="1076"/>
          <ac:spMkLst>
            <pc:docMk/>
            <pc:sldMk cId="3894697005" sldId="338"/>
            <ac:spMk id="26" creationId="{E4E70335-9F22-4C80-A468-C2F44CE8FA2E}"/>
          </ac:spMkLst>
        </pc:spChg>
        <pc:picChg chg="mod">
          <ac:chgData name="Gabriel Quintella" userId="0401f16030b3bbcc" providerId="LiveId" clId="{F1759400-FC5C-4FF0-B1EB-D29BF24CEBE1}" dt="2022-02-15T21:50:52.848" v="552" actId="1076"/>
          <ac:picMkLst>
            <pc:docMk/>
            <pc:sldMk cId="3894697005" sldId="338"/>
            <ac:picMk id="4" creationId="{8FBED80D-7006-4868-BD2E-0119D360BC36}"/>
          </ac:picMkLst>
        </pc:picChg>
        <pc:cxnChg chg="add mod">
          <ac:chgData name="Gabriel Quintella" userId="0401f16030b3bbcc" providerId="LiveId" clId="{F1759400-FC5C-4FF0-B1EB-D29BF24CEBE1}" dt="2022-02-15T21:49:32.654" v="539" actId="1582"/>
          <ac:cxnSpMkLst>
            <pc:docMk/>
            <pc:sldMk cId="3894697005" sldId="338"/>
            <ac:cxnSpMk id="10" creationId="{EE7EF4B6-DAE2-48CC-A135-698448B1C06C}"/>
          </ac:cxnSpMkLst>
        </pc:cxnChg>
        <pc:cxnChg chg="add mod">
          <ac:chgData name="Gabriel Quintella" userId="0401f16030b3bbcc" providerId="LiveId" clId="{F1759400-FC5C-4FF0-B1EB-D29BF24CEBE1}" dt="2022-02-15T21:49:53.651" v="542" actId="1582"/>
          <ac:cxnSpMkLst>
            <pc:docMk/>
            <pc:sldMk cId="3894697005" sldId="338"/>
            <ac:cxnSpMk id="12" creationId="{4EDBC7BE-C62C-4886-A6DB-9584CD647645}"/>
          </ac:cxnSpMkLst>
        </pc:cxnChg>
        <pc:cxnChg chg="add mod">
          <ac:chgData name="Gabriel Quintella" userId="0401f16030b3bbcc" providerId="LiveId" clId="{F1759400-FC5C-4FF0-B1EB-D29BF24CEBE1}" dt="2022-02-15T21:52:03.012" v="573" actId="1582"/>
          <ac:cxnSpMkLst>
            <pc:docMk/>
            <pc:sldMk cId="3894697005" sldId="338"/>
            <ac:cxnSpMk id="18" creationId="{3C223FB6-3EA3-471C-87BC-B6A78A0D10F6}"/>
          </ac:cxnSpMkLst>
        </pc:cxnChg>
        <pc:cxnChg chg="add mod">
          <ac:chgData name="Gabriel Quintella" userId="0401f16030b3bbcc" providerId="LiveId" clId="{F1759400-FC5C-4FF0-B1EB-D29BF24CEBE1}" dt="2022-02-15T21:52:36.250" v="577" actId="1582"/>
          <ac:cxnSpMkLst>
            <pc:docMk/>
            <pc:sldMk cId="3894697005" sldId="338"/>
            <ac:cxnSpMk id="21" creationId="{643977A2-D230-4DF7-BA69-1B9273E8B48D}"/>
          </ac:cxnSpMkLst>
        </pc:cxnChg>
        <pc:cxnChg chg="add mod">
          <ac:chgData name="Gabriel Quintella" userId="0401f16030b3bbcc" providerId="LiveId" clId="{F1759400-FC5C-4FF0-B1EB-D29BF24CEBE1}" dt="2022-02-15T21:53:04.198" v="581" actId="208"/>
          <ac:cxnSpMkLst>
            <pc:docMk/>
            <pc:sldMk cId="3894697005" sldId="338"/>
            <ac:cxnSpMk id="24" creationId="{E0EF9990-74CC-4F10-A0C7-04BE085CF267}"/>
          </ac:cxnSpMkLst>
        </pc:cxnChg>
      </pc:sldChg>
      <pc:sldChg chg="modSp add mod">
        <pc:chgData name="Gabriel Quintella" userId="0401f16030b3bbcc" providerId="LiveId" clId="{F1759400-FC5C-4FF0-B1EB-D29BF24CEBE1}" dt="2022-02-28T23:16:50.892" v="646" actId="20577"/>
        <pc:sldMkLst>
          <pc:docMk/>
          <pc:sldMk cId="1333922224" sldId="339"/>
        </pc:sldMkLst>
        <pc:spChg chg="mod">
          <ac:chgData name="Gabriel Quintella" userId="0401f16030b3bbcc" providerId="LiveId" clId="{F1759400-FC5C-4FF0-B1EB-D29BF24CEBE1}" dt="2022-02-28T23:16:50.892" v="646" actId="20577"/>
          <ac:spMkLst>
            <pc:docMk/>
            <pc:sldMk cId="1333922224" sldId="339"/>
            <ac:spMk id="10" creationId="{306A00D9-9BA3-4ED3-A1D8-07189F2AC203}"/>
          </ac:spMkLst>
        </pc:spChg>
      </pc:sldChg>
      <pc:sldChg chg="modSp add mod">
        <pc:chgData name="Gabriel Quintella" userId="0401f16030b3bbcc" providerId="LiveId" clId="{F1759400-FC5C-4FF0-B1EB-D29BF24CEBE1}" dt="2022-02-28T23:17:00.547" v="654" actId="20577"/>
        <pc:sldMkLst>
          <pc:docMk/>
          <pc:sldMk cId="1904140315" sldId="340"/>
        </pc:sldMkLst>
        <pc:spChg chg="mod">
          <ac:chgData name="Gabriel Quintella" userId="0401f16030b3bbcc" providerId="LiveId" clId="{F1759400-FC5C-4FF0-B1EB-D29BF24CEBE1}" dt="2022-02-28T23:17:00.547" v="654" actId="20577"/>
          <ac:spMkLst>
            <pc:docMk/>
            <pc:sldMk cId="1904140315" sldId="340"/>
            <ac:spMk id="10" creationId="{306A00D9-9BA3-4ED3-A1D8-07189F2AC203}"/>
          </ac:spMkLst>
        </pc:spChg>
      </pc:sldChg>
      <pc:sldChg chg="modSp add mod">
        <pc:chgData name="Gabriel Quintella" userId="0401f16030b3bbcc" providerId="LiveId" clId="{F1759400-FC5C-4FF0-B1EB-D29BF24CEBE1}" dt="2022-02-28T23:17:45.844" v="688" actId="20577"/>
        <pc:sldMkLst>
          <pc:docMk/>
          <pc:sldMk cId="2805731349" sldId="341"/>
        </pc:sldMkLst>
        <pc:spChg chg="mod">
          <ac:chgData name="Gabriel Quintella" userId="0401f16030b3bbcc" providerId="LiveId" clId="{F1759400-FC5C-4FF0-B1EB-D29BF24CEBE1}" dt="2022-02-28T23:17:45.844" v="688" actId="20577"/>
          <ac:spMkLst>
            <pc:docMk/>
            <pc:sldMk cId="2805731349" sldId="341"/>
            <ac:spMk id="10" creationId="{306A00D9-9BA3-4ED3-A1D8-07189F2AC203}"/>
          </ac:spMkLst>
        </pc:spChg>
      </pc:sldChg>
      <pc:sldChg chg="modSp add mod">
        <pc:chgData name="Gabriel Quintella" userId="0401f16030b3bbcc" providerId="LiveId" clId="{F1759400-FC5C-4FF0-B1EB-D29BF24CEBE1}" dt="2022-02-28T23:18:35.578" v="727" actId="20577"/>
        <pc:sldMkLst>
          <pc:docMk/>
          <pc:sldMk cId="1978873318" sldId="342"/>
        </pc:sldMkLst>
        <pc:spChg chg="mod">
          <ac:chgData name="Gabriel Quintella" userId="0401f16030b3bbcc" providerId="LiveId" clId="{F1759400-FC5C-4FF0-B1EB-D29BF24CEBE1}" dt="2022-02-28T23:18:35.578" v="727" actId="20577"/>
          <ac:spMkLst>
            <pc:docMk/>
            <pc:sldMk cId="1978873318" sldId="342"/>
            <ac:spMk id="10" creationId="{306A00D9-9BA3-4ED3-A1D8-07189F2AC203}"/>
          </ac:spMkLst>
        </pc:spChg>
      </pc:sldChg>
      <pc:sldChg chg="addSp delSp modSp add mod ord setBg modAnim delDesignElem">
        <pc:chgData name="Gabriel Quintella" userId="0401f16030b3bbcc" providerId="LiveId" clId="{F1759400-FC5C-4FF0-B1EB-D29BF24CEBE1}" dt="2022-03-02T22:49:18.534" v="840" actId="20577"/>
        <pc:sldMkLst>
          <pc:docMk/>
          <pc:sldMk cId="2812721620" sldId="343"/>
        </pc:sldMkLst>
        <pc:spChg chg="del">
          <ac:chgData name="Gabriel Quintella" userId="0401f16030b3bbcc" providerId="LiveId" clId="{F1759400-FC5C-4FF0-B1EB-D29BF24CEBE1}" dt="2022-03-02T22:48:25.613" v="735" actId="478"/>
          <ac:spMkLst>
            <pc:docMk/>
            <pc:sldMk cId="2812721620" sldId="343"/>
            <ac:spMk id="3" creationId="{6ECE45D1-F65A-44E4-88A0-371BF51EE333}"/>
          </ac:spMkLst>
        </pc:spChg>
        <pc:spChg chg="add mod">
          <ac:chgData name="Gabriel Quintella" userId="0401f16030b3bbcc" providerId="LiveId" clId="{F1759400-FC5C-4FF0-B1EB-D29BF24CEBE1}" dt="2022-03-02T22:48:30.570" v="736"/>
          <ac:spMkLst>
            <pc:docMk/>
            <pc:sldMk cId="2812721620" sldId="343"/>
            <ac:spMk id="5" creationId="{44060FD9-3F11-432E-8858-61E7F9463A39}"/>
          </ac:spMkLst>
        </pc:spChg>
        <pc:spChg chg="del">
          <ac:chgData name="Gabriel Quintella" userId="0401f16030b3bbcc" providerId="LiveId" clId="{F1759400-FC5C-4FF0-B1EB-D29BF24CEBE1}" dt="2022-03-02T22:48:19.221" v="732"/>
          <ac:spMkLst>
            <pc:docMk/>
            <pc:sldMk cId="2812721620" sldId="343"/>
            <ac:spMk id="6" creationId="{E49CC64F-7275-4E33-961B-0C5CDC439875}"/>
          </ac:spMkLst>
        </pc:spChg>
        <pc:spChg chg="add mod">
          <ac:chgData name="Gabriel Quintella" userId="0401f16030b3bbcc" providerId="LiveId" clId="{F1759400-FC5C-4FF0-B1EB-D29BF24CEBE1}" dt="2022-03-02T22:48:30.570" v="736"/>
          <ac:spMkLst>
            <pc:docMk/>
            <pc:sldMk cId="2812721620" sldId="343"/>
            <ac:spMk id="7" creationId="{15F3C83B-694C-4FBF-BB2B-CD7F1C38ECD1}"/>
          </ac:spMkLst>
        </pc:spChg>
        <pc:spChg chg="add mod">
          <ac:chgData name="Gabriel Quintella" userId="0401f16030b3bbcc" providerId="LiveId" clId="{F1759400-FC5C-4FF0-B1EB-D29BF24CEBE1}" dt="2022-03-02T22:48:30.570" v="736"/>
          <ac:spMkLst>
            <pc:docMk/>
            <pc:sldMk cId="2812721620" sldId="343"/>
            <ac:spMk id="8" creationId="{EF4259FA-5E6D-4F1E-8D5A-BB839AC73B31}"/>
          </ac:spMkLst>
        </pc:spChg>
        <pc:spChg chg="add mod">
          <ac:chgData name="Gabriel Quintella" userId="0401f16030b3bbcc" providerId="LiveId" clId="{F1759400-FC5C-4FF0-B1EB-D29BF24CEBE1}" dt="2022-03-02T22:49:18.534" v="840" actId="20577"/>
          <ac:spMkLst>
            <pc:docMk/>
            <pc:sldMk cId="2812721620" sldId="343"/>
            <ac:spMk id="9" creationId="{2A8DE929-8A13-4A2B-8677-45432B0F2CCA}"/>
          </ac:spMkLst>
        </pc:spChg>
        <pc:spChg chg="add mod">
          <ac:chgData name="Gabriel Quintella" userId="0401f16030b3bbcc" providerId="LiveId" clId="{F1759400-FC5C-4FF0-B1EB-D29BF24CEBE1}" dt="2022-03-02T22:48:30.570" v="736"/>
          <ac:spMkLst>
            <pc:docMk/>
            <pc:sldMk cId="2812721620" sldId="343"/>
            <ac:spMk id="10" creationId="{ECDB2AFB-0F9F-4B52-97D3-9E4900A5911E}"/>
          </ac:spMkLst>
        </pc:spChg>
        <pc:spChg chg="add mod">
          <ac:chgData name="Gabriel Quintella" userId="0401f16030b3bbcc" providerId="LiveId" clId="{F1759400-FC5C-4FF0-B1EB-D29BF24CEBE1}" dt="2022-03-02T22:48:30.570" v="736"/>
          <ac:spMkLst>
            <pc:docMk/>
            <pc:sldMk cId="2812721620" sldId="343"/>
            <ac:spMk id="11" creationId="{4F07540E-E982-4E24-B802-09B69568CB92}"/>
          </ac:spMkLst>
        </pc:spChg>
        <pc:spChg chg="add mod">
          <ac:chgData name="Gabriel Quintella" userId="0401f16030b3bbcc" providerId="LiveId" clId="{F1759400-FC5C-4FF0-B1EB-D29BF24CEBE1}" dt="2022-03-02T22:48:30.570" v="736"/>
          <ac:spMkLst>
            <pc:docMk/>
            <pc:sldMk cId="2812721620" sldId="343"/>
            <ac:spMk id="12" creationId="{1D23E8EF-A02A-4354-8A19-D558BAB800FC}"/>
          </ac:spMkLst>
        </pc:spChg>
        <pc:picChg chg="del">
          <ac:chgData name="Gabriel Quintella" userId="0401f16030b3bbcc" providerId="LiveId" clId="{F1759400-FC5C-4FF0-B1EB-D29BF24CEBE1}" dt="2022-03-02T22:48:25.613" v="735" actId="478"/>
          <ac:picMkLst>
            <pc:docMk/>
            <pc:sldMk cId="2812721620" sldId="343"/>
            <ac:picMk id="4" creationId="{8FBED80D-7006-4868-BD2E-0119D360BC36}"/>
          </ac:picMkLst>
        </pc:picChg>
        <pc:picChg chg="add mod">
          <ac:chgData name="Gabriel Quintella" userId="0401f16030b3bbcc" providerId="LiveId" clId="{F1759400-FC5C-4FF0-B1EB-D29BF24CEBE1}" dt="2022-03-02T22:48:30.570" v="736"/>
          <ac:picMkLst>
            <pc:docMk/>
            <pc:sldMk cId="2812721620" sldId="343"/>
            <ac:picMk id="13" creationId="{478E833F-E6DD-466E-AA4A-CE9788BCB6A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2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73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0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1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5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0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2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0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3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516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sql/relational-databases/databases/system-databases?view=sql-server-ver15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1" y="1073436"/>
            <a:ext cx="121920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007DA9"/>
                </a:solidFill>
                <a:latin typeface="Impact" panose="020B0806030902050204" pitchFamily="34" charset="0"/>
              </a:rPr>
              <a:t>DIA 9</a:t>
            </a:r>
          </a:p>
        </p:txBody>
      </p:sp>
    </p:spTree>
    <p:extLst>
      <p:ext uri="{BB962C8B-B14F-4D97-AF65-F5344CB8AC3E}">
        <p14:creationId xmlns:p14="http://schemas.microsoft.com/office/powerpoint/2010/main" val="4081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6456216" y="5513354"/>
            <a:ext cx="6465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latin typeface="Impact" panose="020B0806030902050204" pitchFamily="34" charset="0"/>
              </a:rPr>
              <a:t>SQL </a:t>
            </a:r>
            <a:r>
              <a:rPr lang="pt-BR" sz="7200" dirty="0" err="1">
                <a:latin typeface="Impact" panose="020B0806030902050204" pitchFamily="34" charset="0"/>
              </a:rPr>
              <a:t>Engines</a:t>
            </a:r>
            <a:endParaRPr lang="pt-BR" sz="72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3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FUNÇÃO DE CONVERSÃO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21800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932E9D-A238-4B0B-A5C6-DE18B28A5BBF}"/>
              </a:ext>
            </a:extLst>
          </p:cNvPr>
          <p:cNvSpPr txBox="1"/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Para que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servem</a:t>
            </a:r>
            <a:r>
              <a:rPr lang="en-US" sz="4400" b="1" dirty="0"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513788" y="1965435"/>
            <a:ext cx="5541578" cy="1355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400" dirty="0">
                <a:latin typeface="+mj-lt"/>
              </a:rPr>
              <a:t>São </a:t>
            </a:r>
            <a:r>
              <a:rPr lang="en-US" sz="4400" dirty="0" err="1">
                <a:latin typeface="+mj-lt"/>
              </a:rPr>
              <a:t>funções</a:t>
            </a:r>
            <a:r>
              <a:rPr lang="en-US" sz="4400" dirty="0">
                <a:latin typeface="+mj-lt"/>
              </a:rPr>
              <a:t> que </a:t>
            </a:r>
            <a:r>
              <a:rPr lang="en-US" sz="4400" dirty="0" err="1">
                <a:latin typeface="+mj-lt"/>
              </a:rPr>
              <a:t>nos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auxiliam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na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conversão</a:t>
            </a:r>
            <a:r>
              <a:rPr lang="en-US" sz="4400" dirty="0">
                <a:latin typeface="+mj-lt"/>
              </a:rPr>
              <a:t> dos dados!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 dirty="0">
              <a:latin typeface="+mj-lt"/>
            </a:endParaRPr>
          </a:p>
        </p:txBody>
      </p:sp>
      <p:pic>
        <p:nvPicPr>
          <p:cNvPr id="1026" name="Picture 2" descr="Conversão de Dados no Excel - Guia do Excel">
            <a:extLst>
              <a:ext uri="{FF2B5EF4-FFF2-40B4-BE49-F238E27FC236}">
                <a16:creationId xmlns:a16="http://schemas.microsoft.com/office/drawing/2014/main" id="{0C021BBD-CB49-4F75-B78E-D80492D07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512" y="3827774"/>
            <a:ext cx="33147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15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0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latin typeface="+mj-lt"/>
                <a:ea typeface="+mj-ea"/>
                <a:cs typeface="+mj-cs"/>
              </a:rPr>
              <a:t>Quais são?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D195509-717A-46FB-B99F-6404C6E20256}"/>
              </a:ext>
            </a:extLst>
          </p:cNvPr>
          <p:cNvSpPr txBox="1"/>
          <p:nvPr/>
        </p:nvSpPr>
        <p:spPr>
          <a:xfrm>
            <a:off x="6513788" y="2333297"/>
            <a:ext cx="4840010" cy="38436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latin typeface="+mj-lt"/>
              </a:rPr>
              <a:t>No Microsoft SQL Server </a:t>
            </a:r>
            <a:r>
              <a:rPr lang="en-US" sz="3600" dirty="0" err="1">
                <a:latin typeface="+mj-lt"/>
              </a:rPr>
              <a:t>possuímos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duas</a:t>
            </a:r>
            <a:r>
              <a:rPr lang="en-US" sz="3600" dirty="0">
                <a:latin typeface="+mj-lt"/>
              </a:rPr>
              <a:t>*:</a:t>
            </a:r>
          </a:p>
          <a:p>
            <a:pPr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600" dirty="0">
              <a:latin typeface="+mj-lt"/>
            </a:endParaRPr>
          </a:p>
          <a:p>
            <a:pPr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i="1" dirty="0">
                <a:latin typeface="+mj-lt"/>
              </a:rPr>
              <a:t>CAST</a:t>
            </a:r>
          </a:p>
          <a:p>
            <a:pPr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i="1" dirty="0">
                <a:latin typeface="+mj-lt"/>
              </a:rPr>
              <a:t>CONVERT</a:t>
            </a:r>
          </a:p>
          <a:p>
            <a:pPr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600" i="1" dirty="0">
              <a:latin typeface="+mj-lt"/>
            </a:endParaRPr>
          </a:p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3600" i="1" dirty="0" err="1">
                <a:latin typeface="+mj-lt"/>
              </a:rPr>
              <a:t>Mais</a:t>
            </a:r>
            <a:r>
              <a:rPr lang="en-US" sz="3600" i="1" dirty="0">
                <a:latin typeface="+mj-lt"/>
              </a:rPr>
              <a:t> a </a:t>
            </a:r>
            <a:r>
              <a:rPr lang="en-US" sz="3600" i="1" dirty="0" err="1">
                <a:latin typeface="+mj-lt"/>
              </a:rPr>
              <a:t>frente</a:t>
            </a:r>
            <a:r>
              <a:rPr lang="en-US" sz="3600" i="1" dirty="0">
                <a:latin typeface="+mj-lt"/>
              </a:rPr>
              <a:t> </a:t>
            </a:r>
            <a:r>
              <a:rPr lang="en-US" sz="3600" i="1" dirty="0" err="1">
                <a:latin typeface="+mj-lt"/>
              </a:rPr>
              <a:t>explico</a:t>
            </a:r>
            <a:r>
              <a:rPr lang="en-US" sz="3600" i="1" dirty="0">
                <a:latin typeface="+mj-lt"/>
              </a:rPr>
              <a:t> </a:t>
            </a:r>
            <a:r>
              <a:rPr lang="en-US" sz="3600" i="1" dirty="0" err="1">
                <a:latin typeface="+mj-lt"/>
              </a:rPr>
              <a:t>esse</a:t>
            </a:r>
            <a:r>
              <a:rPr lang="en-US" sz="3600" i="1" dirty="0">
                <a:latin typeface="+mj-lt"/>
              </a:rPr>
              <a:t> *</a:t>
            </a:r>
          </a:p>
        </p:txBody>
      </p:sp>
    </p:spTree>
    <p:extLst>
      <p:ext uri="{BB962C8B-B14F-4D97-AF65-F5344CB8AC3E}">
        <p14:creationId xmlns:p14="http://schemas.microsoft.com/office/powerpoint/2010/main" val="21436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320466" y="609600"/>
            <a:ext cx="4140014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Qual a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diferença</a:t>
            </a:r>
            <a:r>
              <a:rPr lang="en-US" sz="4400" b="1" dirty="0"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87" r="33604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D195509-717A-46FB-B99F-6404C6E20256}"/>
              </a:ext>
            </a:extLst>
          </p:cNvPr>
          <p:cNvSpPr txBox="1"/>
          <p:nvPr/>
        </p:nvSpPr>
        <p:spPr>
          <a:xfrm>
            <a:off x="7320465" y="1940440"/>
            <a:ext cx="4735411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3600" dirty="0"/>
              <a:t>CAST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4ADCE3-2543-472D-95DD-00E97ED2A9AA}"/>
              </a:ext>
            </a:extLst>
          </p:cNvPr>
          <p:cNvSpPr txBox="1"/>
          <p:nvPr/>
        </p:nvSpPr>
        <p:spPr>
          <a:xfrm>
            <a:off x="8223928" y="2707689"/>
            <a:ext cx="39680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Ela é </a:t>
            </a:r>
            <a:r>
              <a:rPr lang="en-US" sz="2000" dirty="0" err="1">
                <a:latin typeface="+mj-lt"/>
              </a:rPr>
              <a:t>uma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função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desenvolvida</a:t>
            </a:r>
            <a:r>
              <a:rPr lang="en-US" sz="2000" dirty="0">
                <a:latin typeface="+mj-lt"/>
              </a:rPr>
              <a:t> no </a:t>
            </a:r>
            <a:r>
              <a:rPr lang="en-US" sz="2000" dirty="0" err="1">
                <a:latin typeface="+mj-lt"/>
              </a:rPr>
              <a:t>padrão</a:t>
            </a:r>
            <a:r>
              <a:rPr lang="en-US" sz="2000" dirty="0">
                <a:latin typeface="+mj-lt"/>
              </a:rPr>
              <a:t> ANSI, </a:t>
            </a:r>
            <a:r>
              <a:rPr lang="en-US" sz="2000" dirty="0" err="1">
                <a:latin typeface="+mj-lt"/>
              </a:rPr>
              <a:t>ou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seja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funciona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qualquer</a:t>
            </a:r>
            <a:r>
              <a:rPr lang="en-US" sz="2000" dirty="0">
                <a:latin typeface="+mj-lt"/>
              </a:rPr>
              <a:t> SGBD com a </a:t>
            </a:r>
            <a:r>
              <a:rPr lang="en-US" sz="2000" dirty="0" err="1">
                <a:latin typeface="+mj-lt"/>
              </a:rPr>
              <a:t>mesma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sintaxe</a:t>
            </a:r>
            <a:r>
              <a:rPr lang="en-US" sz="2000" dirty="0">
                <a:latin typeface="+mj-lt"/>
              </a:rPr>
              <a:t>!</a:t>
            </a:r>
          </a:p>
          <a:p>
            <a:endParaRPr lang="pt-BR" sz="2000" dirty="0"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4DEB48E-0043-48FF-9B6E-6AFBD964897A}"/>
              </a:ext>
            </a:extLst>
          </p:cNvPr>
          <p:cNvSpPr txBox="1"/>
          <p:nvPr/>
        </p:nvSpPr>
        <p:spPr>
          <a:xfrm>
            <a:off x="7317871" y="4490480"/>
            <a:ext cx="4735411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3600" dirty="0"/>
              <a:t>CONVERT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88B646-1194-49D8-B88E-515B410F4826}"/>
              </a:ext>
            </a:extLst>
          </p:cNvPr>
          <p:cNvSpPr txBox="1"/>
          <p:nvPr/>
        </p:nvSpPr>
        <p:spPr>
          <a:xfrm>
            <a:off x="8362661" y="5239669"/>
            <a:ext cx="3968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Ela </a:t>
            </a:r>
            <a:r>
              <a:rPr lang="pt-BR" b="0" i="0" dirty="0">
                <a:effectLst/>
                <a:latin typeface="Open Sans" panose="020B0606030504020204" pitchFamily="34" charset="0"/>
              </a:rPr>
              <a:t>uma função do </a:t>
            </a:r>
            <a:r>
              <a:rPr lang="pt-BR" b="0" i="1" dirty="0" err="1">
                <a:effectLst/>
                <a:latin typeface="Open Sans" panose="020B0606030504020204" pitchFamily="34" charset="0"/>
              </a:rPr>
              <a:t>engine</a:t>
            </a:r>
            <a:r>
              <a:rPr lang="pt-BR" b="0" i="0" dirty="0">
                <a:effectLst/>
                <a:latin typeface="Open Sans" panose="020B0606030504020204" pitchFamily="34" charset="0"/>
              </a:rPr>
              <a:t> do </a:t>
            </a:r>
            <a:r>
              <a:rPr lang="pt-BR" b="0" i="1" dirty="0">
                <a:effectLst/>
                <a:latin typeface="Open Sans" panose="020B0606030504020204" pitchFamily="34" charset="0"/>
              </a:rPr>
              <a:t>Microsoft SQL Server (T-SQL)</a:t>
            </a:r>
            <a:endParaRPr lang="pt-BR" dirty="0"/>
          </a:p>
        </p:txBody>
      </p: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57A706B0-F076-4644-85F7-D5D155B2558F}"/>
              </a:ext>
            </a:extLst>
          </p:cNvPr>
          <p:cNvCxnSpPr>
            <a:stCxn id="13" idx="1"/>
            <a:endCxn id="14" idx="1"/>
          </p:cNvCxnSpPr>
          <p:nvPr/>
        </p:nvCxnSpPr>
        <p:spPr>
          <a:xfrm rot="10800000" flipH="1" flipV="1">
            <a:off x="7317871" y="4795279"/>
            <a:ext cx="1044790" cy="767555"/>
          </a:xfrm>
          <a:prstGeom prst="bentConnector3">
            <a:avLst>
              <a:gd name="adj1" fmla="val -2188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F3C1BF57-BEE6-4090-8E06-FCF594F37940}"/>
              </a:ext>
            </a:extLst>
          </p:cNvPr>
          <p:cNvCxnSpPr>
            <a:stCxn id="3" idx="1"/>
            <a:endCxn id="5" idx="1"/>
          </p:cNvCxnSpPr>
          <p:nvPr/>
        </p:nvCxnSpPr>
        <p:spPr>
          <a:xfrm rot="10800000" flipH="1" flipV="1">
            <a:off x="7320464" y="2245239"/>
            <a:ext cx="903463" cy="1278057"/>
          </a:xfrm>
          <a:prstGeom prst="bentConnector3">
            <a:avLst>
              <a:gd name="adj1" fmla="val -25303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DBC198FB-8CC9-46C4-9C17-C182514ED690}"/>
              </a:ext>
            </a:extLst>
          </p:cNvPr>
          <p:cNvSpPr/>
          <p:nvPr/>
        </p:nvSpPr>
        <p:spPr>
          <a:xfrm>
            <a:off x="8223927" y="3069021"/>
            <a:ext cx="1414059" cy="283779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FD750F5-3696-4B9B-A5B3-4FE933CA821D}"/>
              </a:ext>
            </a:extLst>
          </p:cNvPr>
          <p:cNvSpPr/>
          <p:nvPr/>
        </p:nvSpPr>
        <p:spPr>
          <a:xfrm>
            <a:off x="8382326" y="5558136"/>
            <a:ext cx="2934604" cy="327864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22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7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CAST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392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97D227-FFAD-4803-8347-16B7431A4CC7}"/>
              </a:ext>
            </a:extLst>
          </p:cNvPr>
          <p:cNvSpPr txBox="1"/>
          <p:nvPr/>
        </p:nvSpPr>
        <p:spPr>
          <a:xfrm>
            <a:off x="5884631" y="365126"/>
            <a:ext cx="6410942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4400" b="1" dirty="0">
                <a:latin typeface="+mj-lt"/>
                <a:ea typeface="+mj-ea"/>
                <a:cs typeface="+mj-cs"/>
              </a:rPr>
              <a:t> de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Conversão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5884630" y="2433320"/>
            <a:ext cx="6858478" cy="5064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900" b="0" i="0" dirty="0">
                <a:effectLst/>
                <a:latin typeface="+mj-lt"/>
              </a:rPr>
              <a:t>CAST (expression AS </a:t>
            </a:r>
            <a:r>
              <a:rPr lang="en-US" sz="2900" b="0" i="0" dirty="0" err="1">
                <a:effectLst/>
                <a:latin typeface="+mj-lt"/>
              </a:rPr>
              <a:t>data_type</a:t>
            </a:r>
            <a:r>
              <a:rPr lang="en-US" sz="2900" b="0" i="0" dirty="0">
                <a:effectLst/>
                <a:latin typeface="+mj-lt"/>
              </a:rPr>
              <a:t> [ (length ) ] 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F68164-2C49-4B8E-A359-A5E0D3D94474}"/>
              </a:ext>
            </a:extLst>
          </p:cNvPr>
          <p:cNvSpPr/>
          <p:nvPr/>
        </p:nvSpPr>
        <p:spPr>
          <a:xfrm>
            <a:off x="6905667" y="2422809"/>
            <a:ext cx="1623275" cy="5064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8C5C7E4-AD3D-4F23-BAA7-6E836B4528AF}"/>
              </a:ext>
            </a:extLst>
          </p:cNvPr>
          <p:cNvSpPr/>
          <p:nvPr/>
        </p:nvSpPr>
        <p:spPr>
          <a:xfrm>
            <a:off x="8942903" y="2421003"/>
            <a:ext cx="1681947" cy="5064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4E384DD-EBA4-4394-BD95-97F5BB576D1F}"/>
              </a:ext>
            </a:extLst>
          </p:cNvPr>
          <p:cNvSpPr/>
          <p:nvPr/>
        </p:nvSpPr>
        <p:spPr>
          <a:xfrm>
            <a:off x="10794072" y="2429720"/>
            <a:ext cx="1225659" cy="4995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D4DEEF-53A7-4824-9F4A-B904C6DFB276}"/>
              </a:ext>
            </a:extLst>
          </p:cNvPr>
          <p:cNvSpPr txBox="1"/>
          <p:nvPr/>
        </p:nvSpPr>
        <p:spPr>
          <a:xfrm>
            <a:off x="6036699" y="3330046"/>
            <a:ext cx="3338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</a:rPr>
              <a:t>É o campo a qual </a:t>
            </a:r>
            <a:r>
              <a:rPr lang="en-US" sz="1800" b="0" i="0" dirty="0" err="1">
                <a:effectLst/>
              </a:rPr>
              <a:t>quer</a:t>
            </a:r>
            <a:r>
              <a:rPr lang="en-US" sz="1800" b="0" i="0" dirty="0">
                <a:effectLst/>
              </a:rPr>
              <a:t> se </a:t>
            </a:r>
            <a:r>
              <a:rPr lang="en-US" sz="1800" b="0" i="0" dirty="0" err="1">
                <a:effectLst/>
              </a:rPr>
              <a:t>aplicar</a:t>
            </a:r>
            <a:r>
              <a:rPr lang="en-US" sz="1800" b="0" i="0" dirty="0">
                <a:effectLst/>
              </a:rPr>
              <a:t> o </a:t>
            </a:r>
            <a:r>
              <a:rPr lang="en-US" sz="1800" b="0" i="1" dirty="0">
                <a:effectLst/>
              </a:rPr>
              <a:t>CAST();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54FF2E4-E4F1-4A56-9AE0-F4422EA2D43E}"/>
              </a:ext>
            </a:extLst>
          </p:cNvPr>
          <p:cNvSpPr txBox="1"/>
          <p:nvPr/>
        </p:nvSpPr>
        <p:spPr>
          <a:xfrm>
            <a:off x="6046729" y="4477725"/>
            <a:ext cx="3116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</a:rPr>
              <a:t>É o </a:t>
            </a:r>
            <a:r>
              <a:rPr lang="en-US" sz="1800" b="0" i="0" dirty="0" err="1">
                <a:effectLst/>
              </a:rPr>
              <a:t>tipo</a:t>
            </a:r>
            <a:r>
              <a:rPr lang="en-US" sz="1800" b="0" i="0" dirty="0">
                <a:effectLst/>
              </a:rPr>
              <a:t> de dado, </a:t>
            </a:r>
            <a:r>
              <a:rPr lang="en-US" sz="1800" b="0" i="0" dirty="0" err="1">
                <a:effectLst/>
              </a:rPr>
              <a:t>exemplo</a:t>
            </a:r>
            <a:r>
              <a:rPr lang="en-US" sz="1800" b="0" i="0" dirty="0">
                <a:effectLst/>
              </a:rPr>
              <a:t>: </a:t>
            </a:r>
            <a:r>
              <a:rPr lang="en-US" sz="1800" b="0" i="1" dirty="0">
                <a:effectLst/>
              </a:rPr>
              <a:t>VARCHAR, INT, DATETIME</a:t>
            </a:r>
            <a:r>
              <a:rPr lang="en-US" sz="1800" b="0" i="0" dirty="0">
                <a:effectLst/>
              </a:rPr>
              <a:t>, </a:t>
            </a:r>
            <a:r>
              <a:rPr lang="en-US" sz="1800" b="0" i="0" dirty="0" err="1">
                <a:effectLst/>
              </a:rPr>
              <a:t>etc</a:t>
            </a:r>
            <a:r>
              <a:rPr lang="en-US" sz="1800" b="0" i="0" dirty="0">
                <a:effectLst/>
              </a:rPr>
              <a:t>;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2F8BD4-4B47-4F6A-985C-164F61C709AF}"/>
              </a:ext>
            </a:extLst>
          </p:cNvPr>
          <p:cNvSpPr txBox="1"/>
          <p:nvPr/>
        </p:nvSpPr>
        <p:spPr>
          <a:xfrm>
            <a:off x="6036699" y="5389583"/>
            <a:ext cx="3809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</a:rPr>
              <a:t>É o </a:t>
            </a:r>
            <a:r>
              <a:rPr lang="en-US" sz="1800" b="0" i="0" dirty="0" err="1">
                <a:effectLst/>
              </a:rPr>
              <a:t>parâmetro</a:t>
            </a:r>
            <a:r>
              <a:rPr lang="en-US" sz="1800" b="0" i="0" dirty="0">
                <a:effectLst/>
              </a:rPr>
              <a:t> </a:t>
            </a:r>
            <a:r>
              <a:rPr lang="en-US" sz="1800" b="0" i="0" dirty="0" err="1">
                <a:effectLst/>
              </a:rPr>
              <a:t>opcional</a:t>
            </a:r>
            <a:r>
              <a:rPr lang="en-US" sz="1800" b="0" i="0" dirty="0">
                <a:effectLst/>
              </a:rPr>
              <a:t> de </a:t>
            </a:r>
            <a:r>
              <a:rPr lang="en-US" sz="1800" b="0" i="0" dirty="0" err="1">
                <a:effectLst/>
              </a:rPr>
              <a:t>tipos</a:t>
            </a:r>
            <a:r>
              <a:rPr lang="en-US" sz="1800" b="0" i="0" dirty="0">
                <a:effectLst/>
              </a:rPr>
              <a:t> de dados </a:t>
            </a:r>
            <a:r>
              <a:rPr lang="en-US" sz="1800" b="0" i="1" dirty="0" err="1">
                <a:effectLst/>
              </a:rPr>
              <a:t>nchar</a:t>
            </a:r>
            <a:r>
              <a:rPr lang="en-US" sz="1800" b="0" i="1" dirty="0">
                <a:effectLst/>
              </a:rPr>
              <a:t>, </a:t>
            </a:r>
            <a:r>
              <a:rPr lang="en-US" sz="1800" b="0" i="1" dirty="0" err="1">
                <a:effectLst/>
              </a:rPr>
              <a:t>nvarchar</a:t>
            </a:r>
            <a:r>
              <a:rPr lang="en-US" sz="1800" b="0" i="1" dirty="0">
                <a:effectLst/>
              </a:rPr>
              <a:t>, char, varchar, binary </a:t>
            </a:r>
            <a:r>
              <a:rPr lang="en-US" sz="1800" b="0" i="1" dirty="0" err="1">
                <a:effectLst/>
              </a:rPr>
              <a:t>ou</a:t>
            </a:r>
            <a:r>
              <a:rPr lang="en-US" sz="1800" b="0" i="1" dirty="0">
                <a:effectLst/>
              </a:rPr>
              <a:t> </a:t>
            </a:r>
            <a:r>
              <a:rPr lang="en-US" sz="1800" b="0" i="1" dirty="0" err="1">
                <a:effectLst/>
              </a:rPr>
              <a:t>varbinary</a:t>
            </a:r>
            <a:endParaRPr lang="pt-BR" dirty="0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DC7CFEFA-2156-41B0-A3F8-26A0AA83731F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7705964" y="2929232"/>
            <a:ext cx="11341" cy="4008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D82865C9-AACA-4D89-9090-826CBF8532D9}"/>
              </a:ext>
            </a:extLst>
          </p:cNvPr>
          <p:cNvCxnSpPr>
            <a:cxnSpLocks/>
            <a:stCxn id="11" idx="2"/>
            <a:endCxn id="7" idx="3"/>
          </p:cNvCxnSpPr>
          <p:nvPr/>
        </p:nvCxnSpPr>
        <p:spPr>
          <a:xfrm rot="5400000">
            <a:off x="8536602" y="3553615"/>
            <a:ext cx="1873465" cy="621086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C9922ED9-6769-4F1C-8375-30E8186FC217}"/>
              </a:ext>
            </a:extLst>
          </p:cNvPr>
          <p:cNvCxnSpPr>
            <a:cxnSpLocks/>
            <a:stCxn id="12" idx="2"/>
            <a:endCxn id="8" idx="3"/>
          </p:cNvCxnSpPr>
          <p:nvPr/>
        </p:nvCxnSpPr>
        <p:spPr>
          <a:xfrm rot="5400000">
            <a:off x="9165382" y="3609728"/>
            <a:ext cx="2922016" cy="1561024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E70335-9F22-4C80-A468-C2F44CE8FA2E}"/>
              </a:ext>
            </a:extLst>
          </p:cNvPr>
          <p:cNvSpPr txBox="1"/>
          <p:nvPr/>
        </p:nvSpPr>
        <p:spPr>
          <a:xfrm>
            <a:off x="5884630" y="1276983"/>
            <a:ext cx="6116549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Sintaxe</a:t>
            </a:r>
            <a:r>
              <a:rPr lang="en-US" sz="3200" b="1" dirty="0">
                <a:latin typeface="+mj-lt"/>
                <a:ea typeface="+mj-ea"/>
                <a:cs typeface="+mj-cs"/>
              </a:rPr>
              <a:t> da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Função</a:t>
            </a:r>
            <a:r>
              <a:rPr lang="en-US" sz="3200" b="1" dirty="0">
                <a:latin typeface="+mj-lt"/>
                <a:ea typeface="+mj-ea"/>
                <a:cs typeface="+mj-cs"/>
              </a:rPr>
              <a:t> - CAST</a:t>
            </a:r>
          </a:p>
        </p:txBody>
      </p:sp>
    </p:spTree>
    <p:extLst>
      <p:ext uri="{BB962C8B-B14F-4D97-AF65-F5344CB8AC3E}">
        <p14:creationId xmlns:p14="http://schemas.microsoft.com/office/powerpoint/2010/main" val="164391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CONVERT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4140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B97D227-FFAD-4803-8347-16B7431A4CC7}"/>
              </a:ext>
            </a:extLst>
          </p:cNvPr>
          <p:cNvSpPr txBox="1"/>
          <p:nvPr/>
        </p:nvSpPr>
        <p:spPr>
          <a:xfrm>
            <a:off x="5884631" y="365126"/>
            <a:ext cx="6410942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4400" b="1" dirty="0">
                <a:latin typeface="+mj-lt"/>
                <a:ea typeface="+mj-ea"/>
                <a:cs typeface="+mj-cs"/>
              </a:rPr>
              <a:t> de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Conversão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5884630" y="2430459"/>
            <a:ext cx="6858478" cy="5064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300" b="0" i="0" dirty="0">
                <a:effectLst/>
                <a:latin typeface="+mj-lt"/>
              </a:rPr>
              <a:t>CONVERT(</a:t>
            </a:r>
            <a:r>
              <a:rPr lang="en-US" sz="3300" b="0" i="0" dirty="0" err="1">
                <a:effectLst/>
                <a:latin typeface="+mj-lt"/>
              </a:rPr>
              <a:t>data_type</a:t>
            </a:r>
            <a:r>
              <a:rPr lang="en-US" sz="3300" b="0" i="0" dirty="0">
                <a:effectLst/>
                <a:latin typeface="+mj-lt"/>
              </a:rPr>
              <a:t> [ (length ) ] ,expression [ ,style ]</a:t>
            </a:r>
            <a:r>
              <a:rPr lang="en-US" sz="3200" b="0" i="0" dirty="0">
                <a:effectLst/>
              </a:rPr>
              <a:t>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F68164-2C49-4B8E-A359-A5E0D3D94474}"/>
              </a:ext>
            </a:extLst>
          </p:cNvPr>
          <p:cNvSpPr/>
          <p:nvPr/>
        </p:nvSpPr>
        <p:spPr>
          <a:xfrm>
            <a:off x="7178113" y="2433320"/>
            <a:ext cx="2427525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8C5C7E4-AD3D-4F23-BAA7-6E836B4528AF}"/>
              </a:ext>
            </a:extLst>
          </p:cNvPr>
          <p:cNvSpPr/>
          <p:nvPr/>
        </p:nvSpPr>
        <p:spPr>
          <a:xfrm>
            <a:off x="9845878" y="2433320"/>
            <a:ext cx="1304474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4E384DD-EBA4-4394-BD95-97F5BB576D1F}"/>
              </a:ext>
            </a:extLst>
          </p:cNvPr>
          <p:cNvSpPr/>
          <p:nvPr/>
        </p:nvSpPr>
        <p:spPr>
          <a:xfrm>
            <a:off x="11319029" y="2433320"/>
            <a:ext cx="68215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D4DEEF-53A7-4824-9F4A-B904C6DFB276}"/>
              </a:ext>
            </a:extLst>
          </p:cNvPr>
          <p:cNvSpPr txBox="1"/>
          <p:nvPr/>
        </p:nvSpPr>
        <p:spPr>
          <a:xfrm>
            <a:off x="6036699" y="3330046"/>
            <a:ext cx="3116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É o </a:t>
            </a:r>
            <a:r>
              <a:rPr lang="en-US" dirty="0" err="1"/>
              <a:t>tipo</a:t>
            </a:r>
            <a:r>
              <a:rPr lang="en-US" dirty="0"/>
              <a:t> de dado, </a:t>
            </a:r>
            <a:r>
              <a:rPr lang="en-US" dirty="0" err="1"/>
              <a:t>exemplo</a:t>
            </a:r>
            <a:r>
              <a:rPr lang="en-US" dirty="0"/>
              <a:t>: </a:t>
            </a:r>
            <a:r>
              <a:rPr lang="en-US" i="1" dirty="0"/>
              <a:t>VARCHAR, INT, DATETIME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;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54FF2E4-E4F1-4A56-9AE0-F4422EA2D43E}"/>
              </a:ext>
            </a:extLst>
          </p:cNvPr>
          <p:cNvSpPr txBox="1"/>
          <p:nvPr/>
        </p:nvSpPr>
        <p:spPr>
          <a:xfrm>
            <a:off x="6036698" y="4318408"/>
            <a:ext cx="3116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É o campo a qual </a:t>
            </a:r>
            <a:r>
              <a:rPr lang="en-US" dirty="0" err="1"/>
              <a:t>quer</a:t>
            </a:r>
            <a:r>
              <a:rPr lang="en-US" dirty="0"/>
              <a:t> se </a:t>
            </a:r>
            <a:r>
              <a:rPr lang="en-US" dirty="0" err="1"/>
              <a:t>aplicar</a:t>
            </a:r>
            <a:r>
              <a:rPr lang="en-US" dirty="0"/>
              <a:t> o </a:t>
            </a:r>
            <a:r>
              <a:rPr lang="en-US" i="1" dirty="0"/>
              <a:t>CONVERT();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2F8BD4-4B47-4F6A-985C-164F61C709AF}"/>
              </a:ext>
            </a:extLst>
          </p:cNvPr>
          <p:cNvSpPr txBox="1"/>
          <p:nvPr/>
        </p:nvSpPr>
        <p:spPr>
          <a:xfrm>
            <a:off x="6036699" y="5389583"/>
            <a:ext cx="3809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</a:rPr>
              <a:t>É o </a:t>
            </a:r>
            <a:r>
              <a:rPr lang="en-US" sz="1800" b="0" i="0" dirty="0" err="1">
                <a:effectLst/>
              </a:rPr>
              <a:t>parâmetro</a:t>
            </a:r>
            <a:r>
              <a:rPr lang="en-US" sz="1800" b="0" i="0" dirty="0">
                <a:effectLst/>
              </a:rPr>
              <a:t> </a:t>
            </a:r>
            <a:r>
              <a:rPr lang="en-US" sz="1800" b="0" i="0" dirty="0" err="1">
                <a:effectLst/>
              </a:rPr>
              <a:t>opcional</a:t>
            </a:r>
            <a:r>
              <a:rPr lang="en-US" sz="1800" b="0" i="0" dirty="0">
                <a:effectLst/>
              </a:rPr>
              <a:t> de </a:t>
            </a:r>
            <a:r>
              <a:rPr lang="en-US" sz="1800" b="0" i="0" dirty="0" err="1">
                <a:effectLst/>
              </a:rPr>
              <a:t>tipos</a:t>
            </a:r>
            <a:r>
              <a:rPr lang="en-US" sz="1800" b="0" i="0" dirty="0">
                <a:effectLst/>
              </a:rPr>
              <a:t> de dados </a:t>
            </a:r>
            <a:r>
              <a:rPr lang="en-US" sz="1800" b="0" i="1" dirty="0">
                <a:effectLst/>
              </a:rPr>
              <a:t>datetime</a:t>
            </a:r>
            <a:endParaRPr lang="pt-BR" dirty="0"/>
          </a:p>
        </p:txBody>
      </p: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D82865C9-AACA-4D89-9090-826CBF8532D9}"/>
              </a:ext>
            </a:extLst>
          </p:cNvPr>
          <p:cNvCxnSpPr>
            <a:cxnSpLocks/>
            <a:stCxn id="11" idx="2"/>
            <a:endCxn id="7" idx="3"/>
          </p:cNvCxnSpPr>
          <p:nvPr/>
        </p:nvCxnSpPr>
        <p:spPr>
          <a:xfrm rot="5400000">
            <a:off x="8911811" y="3055270"/>
            <a:ext cx="1827254" cy="1345355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C9922ED9-6769-4F1C-8375-30E8186FC217}"/>
              </a:ext>
            </a:extLst>
          </p:cNvPr>
          <p:cNvCxnSpPr>
            <a:cxnSpLocks/>
            <a:stCxn id="12" idx="2"/>
            <a:endCxn id="8" idx="3"/>
          </p:cNvCxnSpPr>
          <p:nvPr/>
        </p:nvCxnSpPr>
        <p:spPr>
          <a:xfrm rot="5400000">
            <a:off x="9303777" y="3356421"/>
            <a:ext cx="2898429" cy="1814226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E70335-9F22-4C80-A468-C2F44CE8FA2E}"/>
              </a:ext>
            </a:extLst>
          </p:cNvPr>
          <p:cNvSpPr txBox="1"/>
          <p:nvPr/>
        </p:nvSpPr>
        <p:spPr>
          <a:xfrm>
            <a:off x="5884630" y="1276983"/>
            <a:ext cx="6116549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Sintaxe</a:t>
            </a:r>
            <a:r>
              <a:rPr lang="en-US" sz="3200" b="1" dirty="0">
                <a:latin typeface="+mj-lt"/>
                <a:ea typeface="+mj-ea"/>
                <a:cs typeface="+mj-cs"/>
              </a:rPr>
              <a:t> da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Função</a:t>
            </a:r>
            <a:r>
              <a:rPr lang="en-US" sz="3200" b="1" dirty="0">
                <a:latin typeface="+mj-lt"/>
                <a:ea typeface="+mj-ea"/>
                <a:cs typeface="+mj-cs"/>
              </a:rPr>
              <a:t> - CONVERT</a:t>
            </a:r>
          </a:p>
        </p:txBody>
      </p: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9517616E-C11E-4E61-9F3D-97D8713E6D47}"/>
              </a:ext>
            </a:extLst>
          </p:cNvPr>
          <p:cNvCxnSpPr>
            <a:stCxn id="3" idx="3"/>
            <a:endCxn id="6" idx="3"/>
          </p:cNvCxnSpPr>
          <p:nvPr/>
        </p:nvCxnSpPr>
        <p:spPr>
          <a:xfrm flipH="1">
            <a:off x="9152760" y="2623820"/>
            <a:ext cx="452878" cy="1029392"/>
          </a:xfrm>
          <a:prstGeom prst="bentConnector3">
            <a:avLst>
              <a:gd name="adj1" fmla="val -23033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38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CONVERSÃO EXPLÍCITA/IMPLÍCITA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05731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B97D227-FFAD-4803-8347-16B7431A4CC7}"/>
              </a:ext>
            </a:extLst>
          </p:cNvPr>
          <p:cNvSpPr txBox="1"/>
          <p:nvPr/>
        </p:nvSpPr>
        <p:spPr>
          <a:xfrm>
            <a:off x="5884631" y="365126"/>
            <a:ext cx="6410942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4400" b="1" dirty="0">
                <a:latin typeface="+mj-lt"/>
                <a:ea typeface="+mj-ea"/>
                <a:cs typeface="+mj-cs"/>
              </a:rPr>
              <a:t> de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Conversão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E70335-9F22-4C80-A468-C2F44CE8FA2E}"/>
              </a:ext>
            </a:extLst>
          </p:cNvPr>
          <p:cNvSpPr txBox="1"/>
          <p:nvPr/>
        </p:nvSpPr>
        <p:spPr>
          <a:xfrm>
            <a:off x="5884630" y="1276983"/>
            <a:ext cx="6116549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Tipos</a:t>
            </a:r>
            <a:r>
              <a:rPr lang="en-US" sz="3200" b="1" dirty="0">
                <a:latin typeface="+mj-lt"/>
                <a:ea typeface="+mj-ea"/>
                <a:cs typeface="+mj-cs"/>
              </a:rPr>
              <a:t> de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Conversão</a:t>
            </a:r>
            <a:r>
              <a:rPr lang="en-US" sz="3200" b="1" dirty="0">
                <a:latin typeface="+mj-lt"/>
                <a:ea typeface="+mj-ea"/>
                <a:cs typeface="+mj-cs"/>
              </a:rPr>
              <a:t>!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965A16-A5BF-4331-9D33-9E4B13CEEAEA}"/>
              </a:ext>
            </a:extLst>
          </p:cNvPr>
          <p:cNvSpPr txBox="1"/>
          <p:nvPr/>
        </p:nvSpPr>
        <p:spPr>
          <a:xfrm>
            <a:off x="6119163" y="2388115"/>
            <a:ext cx="4735411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3600" b="1" dirty="0" err="1"/>
              <a:t>Implícita</a:t>
            </a:r>
            <a:endParaRPr lang="en-US" sz="36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623FCA0-9A9E-4C71-9847-AFF6108DBEF7}"/>
              </a:ext>
            </a:extLst>
          </p:cNvPr>
          <p:cNvSpPr txBox="1"/>
          <p:nvPr/>
        </p:nvSpPr>
        <p:spPr>
          <a:xfrm>
            <a:off x="7022625" y="3155364"/>
            <a:ext cx="49785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Ocorre</a:t>
            </a:r>
            <a:r>
              <a:rPr lang="en-US" sz="1800" dirty="0"/>
              <a:t> </a:t>
            </a:r>
            <a:r>
              <a:rPr lang="en-US" sz="1800" dirty="0" err="1"/>
              <a:t>principalmente</a:t>
            </a:r>
            <a:r>
              <a:rPr lang="en-US" sz="1800" dirty="0"/>
              <a:t> </a:t>
            </a:r>
            <a:r>
              <a:rPr lang="pt-BR" dirty="0"/>
              <a:t>nas cláusulas FROM/WHERE, pode acarretar em execução lenta de consultas. </a:t>
            </a:r>
          </a:p>
          <a:p>
            <a:r>
              <a:rPr lang="pt-BR" i="1" dirty="0" err="1"/>
              <a:t>Engine</a:t>
            </a:r>
            <a:r>
              <a:rPr lang="pt-BR" dirty="0"/>
              <a:t> do </a:t>
            </a:r>
            <a:r>
              <a:rPr lang="pt-BR" i="1" dirty="0"/>
              <a:t>Microsoft SQL Server </a:t>
            </a:r>
            <a:r>
              <a:rPr lang="pt-BR" dirty="0"/>
              <a:t>realiza a conversão de forma automática</a:t>
            </a:r>
            <a:endParaRPr lang="en-US" sz="1800" dirty="0"/>
          </a:p>
          <a:p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FF18C42-B6C1-4CB0-96E7-FA799F87C9CF}"/>
              </a:ext>
            </a:extLst>
          </p:cNvPr>
          <p:cNvSpPr txBox="1"/>
          <p:nvPr/>
        </p:nvSpPr>
        <p:spPr>
          <a:xfrm>
            <a:off x="6116569" y="4938155"/>
            <a:ext cx="4735411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3600" b="1" dirty="0" err="1"/>
              <a:t>Explícita</a:t>
            </a:r>
            <a:endParaRPr lang="en-US" sz="36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429C9F1-A53A-4286-BF10-54C07FB1D971}"/>
              </a:ext>
            </a:extLst>
          </p:cNvPr>
          <p:cNvSpPr txBox="1"/>
          <p:nvPr/>
        </p:nvSpPr>
        <p:spPr>
          <a:xfrm>
            <a:off x="7161359" y="5687344"/>
            <a:ext cx="4735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Existe a necessidade de especificar a função </a:t>
            </a:r>
            <a:r>
              <a:rPr lang="pt-BR" i="1" dirty="0" err="1"/>
              <a:t>Cast</a:t>
            </a:r>
            <a:r>
              <a:rPr lang="pt-BR" i="1" dirty="0"/>
              <a:t>() ou </a:t>
            </a:r>
            <a:r>
              <a:rPr lang="pt-BR" i="1" dirty="0" err="1"/>
              <a:t>Convert</a:t>
            </a:r>
            <a:r>
              <a:rPr lang="pt-BR" i="1" dirty="0"/>
              <a:t>()</a:t>
            </a:r>
            <a:endParaRPr lang="pt-BR" dirty="0"/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DCD16F48-238C-4C3A-B79F-4318E2A518E7}"/>
              </a:ext>
            </a:extLst>
          </p:cNvPr>
          <p:cNvCxnSpPr>
            <a:cxnSpLocks/>
            <a:stCxn id="17" idx="1"/>
            <a:endCxn id="18" idx="1"/>
          </p:cNvCxnSpPr>
          <p:nvPr/>
        </p:nvCxnSpPr>
        <p:spPr>
          <a:xfrm rot="10800000" flipH="1" flipV="1">
            <a:off x="6116569" y="5242954"/>
            <a:ext cx="1044790" cy="767555"/>
          </a:xfrm>
          <a:prstGeom prst="bentConnector3">
            <a:avLst>
              <a:gd name="adj1" fmla="val -2188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95B8E13D-4EF5-4E67-9A76-0BD114A6B781}"/>
              </a:ext>
            </a:extLst>
          </p:cNvPr>
          <p:cNvCxnSpPr>
            <a:cxnSpLocks/>
            <a:stCxn id="15" idx="1"/>
            <a:endCxn id="16" idx="1"/>
          </p:cNvCxnSpPr>
          <p:nvPr/>
        </p:nvCxnSpPr>
        <p:spPr>
          <a:xfrm rot="10800000" flipH="1" flipV="1">
            <a:off x="6119163" y="2692915"/>
            <a:ext cx="903462" cy="1339612"/>
          </a:xfrm>
          <a:prstGeom prst="bentConnector3">
            <a:avLst>
              <a:gd name="adj1" fmla="val -25303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4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B97D227-FFAD-4803-8347-16B7431A4CC7}"/>
              </a:ext>
            </a:extLst>
          </p:cNvPr>
          <p:cNvSpPr txBox="1"/>
          <p:nvPr/>
        </p:nvSpPr>
        <p:spPr>
          <a:xfrm>
            <a:off x="5884631" y="365126"/>
            <a:ext cx="6410942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4400" b="1" dirty="0">
                <a:latin typeface="+mj-lt"/>
                <a:ea typeface="+mj-ea"/>
                <a:cs typeface="+mj-cs"/>
              </a:rPr>
              <a:t> de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Conversão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E70335-9F22-4C80-A468-C2F44CE8FA2E}"/>
              </a:ext>
            </a:extLst>
          </p:cNvPr>
          <p:cNvSpPr txBox="1"/>
          <p:nvPr/>
        </p:nvSpPr>
        <p:spPr>
          <a:xfrm>
            <a:off x="5884630" y="1276983"/>
            <a:ext cx="6116549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Tipos</a:t>
            </a:r>
            <a:r>
              <a:rPr lang="en-US" sz="3200" b="1" dirty="0">
                <a:latin typeface="+mj-lt"/>
                <a:ea typeface="+mj-ea"/>
                <a:cs typeface="+mj-cs"/>
              </a:rPr>
              <a:t> de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Conversão</a:t>
            </a:r>
            <a:r>
              <a:rPr lang="en-US" sz="3200" b="1" dirty="0">
                <a:latin typeface="+mj-lt"/>
                <a:ea typeface="+mj-ea"/>
                <a:cs typeface="+mj-cs"/>
              </a:rPr>
              <a:t> -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Implícita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4D8B10-EC4D-4263-A566-93E734AA5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085" y="2536989"/>
            <a:ext cx="7430400" cy="30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33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B97D227-FFAD-4803-8347-16B7431A4CC7}"/>
              </a:ext>
            </a:extLst>
          </p:cNvPr>
          <p:cNvSpPr txBox="1"/>
          <p:nvPr/>
        </p:nvSpPr>
        <p:spPr>
          <a:xfrm>
            <a:off x="5884631" y="365126"/>
            <a:ext cx="6410942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4400" b="1" dirty="0">
                <a:latin typeface="+mj-lt"/>
                <a:ea typeface="+mj-ea"/>
                <a:cs typeface="+mj-cs"/>
              </a:rPr>
              <a:t> de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Conversão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E70335-9F22-4C80-A468-C2F44CE8FA2E}"/>
              </a:ext>
            </a:extLst>
          </p:cNvPr>
          <p:cNvSpPr txBox="1"/>
          <p:nvPr/>
        </p:nvSpPr>
        <p:spPr>
          <a:xfrm>
            <a:off x="5884630" y="1276983"/>
            <a:ext cx="6116549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Tipos</a:t>
            </a:r>
            <a:r>
              <a:rPr lang="en-US" sz="3200" b="1" dirty="0">
                <a:latin typeface="+mj-lt"/>
                <a:ea typeface="+mj-ea"/>
                <a:cs typeface="+mj-cs"/>
              </a:rPr>
              <a:t> de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Conversão</a:t>
            </a:r>
            <a:r>
              <a:rPr lang="en-US" sz="3200" b="1" dirty="0">
                <a:latin typeface="+mj-lt"/>
                <a:ea typeface="+mj-ea"/>
                <a:cs typeface="+mj-cs"/>
              </a:rPr>
              <a:t> -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Explícita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84A2885-A835-466C-B502-8A14A1195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658" y="2540821"/>
            <a:ext cx="7430521" cy="318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169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>
                <a:latin typeface="+mj-lt"/>
                <a:ea typeface="+mj-ea"/>
                <a:cs typeface="+mj-cs"/>
              </a:rPr>
              <a:t>NOVAS </a:t>
            </a:r>
            <a:r>
              <a:rPr lang="pt-BR" sz="6600" b="1" dirty="0">
                <a:latin typeface="+mj-lt"/>
                <a:ea typeface="+mj-ea"/>
                <a:cs typeface="+mj-cs"/>
              </a:rPr>
              <a:t>FUNÇÕES DE CONVERSÃO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8873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B97D227-FFAD-4803-8347-16B7431A4CC7}"/>
              </a:ext>
            </a:extLst>
          </p:cNvPr>
          <p:cNvSpPr txBox="1"/>
          <p:nvPr/>
        </p:nvSpPr>
        <p:spPr>
          <a:xfrm>
            <a:off x="5884631" y="365126"/>
            <a:ext cx="6410942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latin typeface="+mj-lt"/>
                <a:ea typeface="+mj-ea"/>
                <a:cs typeface="+mj-cs"/>
              </a:rPr>
              <a:t>Bônus</a:t>
            </a:r>
            <a:r>
              <a:rPr lang="en-US" sz="4400" b="1" dirty="0">
                <a:latin typeface="+mj-lt"/>
                <a:ea typeface="+mj-ea"/>
                <a:cs typeface="+mj-cs"/>
              </a:rPr>
              <a:t> -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4400" b="1" dirty="0">
                <a:latin typeface="+mj-lt"/>
                <a:ea typeface="+mj-ea"/>
                <a:cs typeface="+mj-cs"/>
              </a:rPr>
              <a:t> de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Conversão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E70335-9F22-4C80-A468-C2F44CE8FA2E}"/>
              </a:ext>
            </a:extLst>
          </p:cNvPr>
          <p:cNvSpPr txBox="1"/>
          <p:nvPr/>
        </p:nvSpPr>
        <p:spPr>
          <a:xfrm>
            <a:off x="5884630" y="1276982"/>
            <a:ext cx="6116549" cy="5215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Novas</a:t>
            </a:r>
            <a:r>
              <a:rPr lang="en-US" sz="3200" b="1" dirty="0"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3200" b="1" dirty="0"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foram</a:t>
            </a:r>
            <a:r>
              <a:rPr lang="en-US" sz="3200" b="1" dirty="0"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introduzidas</a:t>
            </a:r>
            <a:r>
              <a:rPr lang="en-US" sz="3200" b="1" dirty="0">
                <a:latin typeface="+mj-lt"/>
                <a:ea typeface="+mj-ea"/>
                <a:cs typeface="+mj-cs"/>
              </a:rPr>
              <a:t> no Microsoft SQL Server a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partir</a:t>
            </a:r>
            <a:r>
              <a:rPr lang="en-US" sz="3200" b="1" dirty="0">
                <a:latin typeface="+mj-lt"/>
                <a:ea typeface="+mj-ea"/>
                <a:cs typeface="+mj-cs"/>
              </a:rPr>
              <a:t> da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versão</a:t>
            </a:r>
            <a:r>
              <a:rPr lang="en-US" sz="3200" b="1" dirty="0">
                <a:latin typeface="+mj-lt"/>
                <a:ea typeface="+mj-ea"/>
                <a:cs typeface="+mj-cs"/>
              </a:rPr>
              <a:t> 2012.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+mj-lt"/>
                <a:ea typeface="+mj-ea"/>
                <a:cs typeface="+mj-cs"/>
              </a:rPr>
              <a:t>São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elas</a:t>
            </a:r>
            <a:r>
              <a:rPr lang="en-US" sz="3200" b="1" dirty="0">
                <a:latin typeface="+mj-lt"/>
                <a:ea typeface="+mj-ea"/>
                <a:cs typeface="+mj-cs"/>
              </a:rPr>
              <a:t>: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atin typeface="+mj-lt"/>
              <a:ea typeface="+mj-ea"/>
              <a:cs typeface="+mj-cs"/>
            </a:endParaRPr>
          </a:p>
          <a:p>
            <a:pPr marL="457200" indent="-4572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i="1" dirty="0">
                <a:latin typeface="+mj-lt"/>
                <a:ea typeface="+mj-ea"/>
                <a:cs typeface="+mj-cs"/>
              </a:rPr>
              <a:t>PARSE</a:t>
            </a:r>
          </a:p>
          <a:p>
            <a:pPr marL="457200" indent="-4572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i="1" dirty="0">
                <a:latin typeface="+mj-lt"/>
                <a:ea typeface="+mj-ea"/>
                <a:cs typeface="+mj-cs"/>
              </a:rPr>
              <a:t>TRY_PARSE</a:t>
            </a:r>
          </a:p>
          <a:p>
            <a:pPr marL="457200" indent="-4572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i="1" dirty="0">
                <a:latin typeface="+mj-lt"/>
                <a:ea typeface="+mj-ea"/>
                <a:cs typeface="+mj-cs"/>
              </a:rPr>
              <a:t>TRY_CAST</a:t>
            </a:r>
          </a:p>
          <a:p>
            <a:pPr marL="457200" indent="-4572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i="1" dirty="0">
                <a:latin typeface="+mj-lt"/>
                <a:ea typeface="+mj-ea"/>
                <a:cs typeface="+mj-cs"/>
              </a:rPr>
              <a:t>TRY_CONVERT</a:t>
            </a:r>
          </a:p>
        </p:txBody>
      </p:sp>
    </p:spTree>
    <p:extLst>
      <p:ext uri="{BB962C8B-B14F-4D97-AF65-F5344CB8AC3E}">
        <p14:creationId xmlns:p14="http://schemas.microsoft.com/office/powerpoint/2010/main" val="3825918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B97D227-FFAD-4803-8347-16B7431A4CC7}"/>
              </a:ext>
            </a:extLst>
          </p:cNvPr>
          <p:cNvSpPr txBox="1"/>
          <p:nvPr/>
        </p:nvSpPr>
        <p:spPr>
          <a:xfrm>
            <a:off x="5884631" y="365126"/>
            <a:ext cx="6410942" cy="93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latin typeface="+mj-lt"/>
                <a:ea typeface="+mj-ea"/>
                <a:cs typeface="+mj-cs"/>
              </a:rPr>
              <a:t>Bônus</a:t>
            </a:r>
            <a:r>
              <a:rPr lang="en-US" sz="4400" b="1" dirty="0">
                <a:latin typeface="+mj-lt"/>
                <a:ea typeface="+mj-ea"/>
                <a:cs typeface="+mj-cs"/>
              </a:rPr>
              <a:t> -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4400" b="1" dirty="0">
                <a:latin typeface="+mj-lt"/>
                <a:ea typeface="+mj-ea"/>
                <a:cs typeface="+mj-cs"/>
              </a:rPr>
              <a:t> de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Conversão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E70335-9F22-4C80-A468-C2F44CE8FA2E}"/>
              </a:ext>
            </a:extLst>
          </p:cNvPr>
          <p:cNvSpPr txBox="1"/>
          <p:nvPr/>
        </p:nvSpPr>
        <p:spPr>
          <a:xfrm>
            <a:off x="6427540" y="1426541"/>
            <a:ext cx="3435658" cy="756004"/>
          </a:xfrm>
          <a:prstGeom prst="rect">
            <a:avLst/>
          </a:prstGeom>
          <a:ln w="57150">
            <a:solidFill>
              <a:srgbClr val="FF000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1" dirty="0">
                <a:latin typeface="+mj-lt"/>
                <a:ea typeface="+mj-ea"/>
                <a:cs typeface="+mj-cs"/>
              </a:rPr>
              <a:t>PARSE e TRY_PARSE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FD8F101-1B6C-4BF1-B5BA-A9400D3F0B37}"/>
              </a:ext>
            </a:extLst>
          </p:cNvPr>
          <p:cNvSpPr txBox="1"/>
          <p:nvPr/>
        </p:nvSpPr>
        <p:spPr>
          <a:xfrm>
            <a:off x="6427540" y="4252481"/>
            <a:ext cx="4518520" cy="623423"/>
          </a:xfrm>
          <a:prstGeom prst="rect">
            <a:avLst/>
          </a:prstGeom>
          <a:ln w="57150">
            <a:solidFill>
              <a:srgbClr val="FF000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1" dirty="0">
                <a:latin typeface="+mj-lt"/>
                <a:ea typeface="+mj-ea"/>
                <a:cs typeface="+mj-cs"/>
              </a:rPr>
              <a:t>TRY_CAST e TRY_CONVERT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D07F06-2D3A-4DB1-BFD5-968162A65BE8}"/>
              </a:ext>
            </a:extLst>
          </p:cNvPr>
          <p:cNvSpPr txBox="1"/>
          <p:nvPr/>
        </p:nvSpPr>
        <p:spPr>
          <a:xfrm>
            <a:off x="6332267" y="2566847"/>
            <a:ext cx="2461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Novas funções usadas para tratamento de datas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3F3B578-42A8-490C-A038-D0BA96E262EF}"/>
              </a:ext>
            </a:extLst>
          </p:cNvPr>
          <p:cNvSpPr txBox="1"/>
          <p:nvPr/>
        </p:nvSpPr>
        <p:spPr>
          <a:xfrm>
            <a:off x="6332266" y="5293771"/>
            <a:ext cx="2461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Extensões das funções CAST e CONVERT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545F4E1-9110-4A63-9EEF-3CA7160FDA75}"/>
              </a:ext>
            </a:extLst>
          </p:cNvPr>
          <p:cNvSpPr txBox="1"/>
          <p:nvPr/>
        </p:nvSpPr>
        <p:spPr>
          <a:xfrm>
            <a:off x="6332266" y="5940102"/>
            <a:ext cx="5350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Todas as funções de conversão com prefixo TRY tratam o retorno em caso de erro durante a conversão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EE7EF4B6-DAE2-48CC-A135-698448B1C06C}"/>
              </a:ext>
            </a:extLst>
          </p:cNvPr>
          <p:cNvCxnSpPr>
            <a:stCxn id="26" idx="1"/>
            <a:endCxn id="3" idx="1"/>
          </p:cNvCxnSpPr>
          <p:nvPr/>
        </p:nvCxnSpPr>
        <p:spPr>
          <a:xfrm rot="10800000" flipV="1">
            <a:off x="6332268" y="1804542"/>
            <a:ext cx="95273" cy="1223969"/>
          </a:xfrm>
          <a:prstGeom prst="bentConnector3">
            <a:avLst>
              <a:gd name="adj1" fmla="val 33994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4EDBC7BE-C62C-4886-A6DB-9584CD647645}"/>
              </a:ext>
            </a:extLst>
          </p:cNvPr>
          <p:cNvCxnSpPr>
            <a:stCxn id="6" idx="1"/>
            <a:endCxn id="8" idx="1"/>
          </p:cNvCxnSpPr>
          <p:nvPr/>
        </p:nvCxnSpPr>
        <p:spPr>
          <a:xfrm rot="10800000" flipV="1">
            <a:off x="6332266" y="4564193"/>
            <a:ext cx="95274" cy="1052744"/>
          </a:xfrm>
          <a:prstGeom prst="bentConnector3">
            <a:avLst>
              <a:gd name="adj1" fmla="val 33994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1C96E589-E37E-48D6-927F-BEDB6183E4E1}"/>
              </a:ext>
            </a:extLst>
          </p:cNvPr>
          <p:cNvSpPr/>
          <p:nvPr/>
        </p:nvSpPr>
        <p:spPr>
          <a:xfrm>
            <a:off x="8438225" y="4305668"/>
            <a:ext cx="679143" cy="50022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8E90754-D5D3-493E-9AD6-CE0B148A1414}"/>
              </a:ext>
            </a:extLst>
          </p:cNvPr>
          <p:cNvSpPr/>
          <p:nvPr/>
        </p:nvSpPr>
        <p:spPr>
          <a:xfrm>
            <a:off x="7841941" y="1523363"/>
            <a:ext cx="716133" cy="56380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A859C55-270E-4ED9-AB3B-8D627391C929}"/>
              </a:ext>
            </a:extLst>
          </p:cNvPr>
          <p:cNvSpPr/>
          <p:nvPr/>
        </p:nvSpPr>
        <p:spPr>
          <a:xfrm>
            <a:off x="6515418" y="4305668"/>
            <a:ext cx="679143" cy="50022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3C223FB6-3EA3-471C-87BC-B6A78A0D10F6}"/>
              </a:ext>
            </a:extLst>
          </p:cNvPr>
          <p:cNvCxnSpPr>
            <a:stCxn id="17" idx="1"/>
            <a:endCxn id="9" idx="1"/>
          </p:cNvCxnSpPr>
          <p:nvPr/>
        </p:nvCxnSpPr>
        <p:spPr>
          <a:xfrm rot="10800000" flipV="1">
            <a:off x="6332266" y="4555782"/>
            <a:ext cx="183152" cy="1707486"/>
          </a:xfrm>
          <a:prstGeom prst="bentConnector3">
            <a:avLst>
              <a:gd name="adj1" fmla="val 539879"/>
            </a:avLst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643977A2-D230-4DF7-BA69-1B9273E8B48D}"/>
              </a:ext>
            </a:extLst>
          </p:cNvPr>
          <p:cNvCxnSpPr>
            <a:stCxn id="16" idx="0"/>
            <a:endCxn id="9" idx="1"/>
          </p:cNvCxnSpPr>
          <p:nvPr/>
        </p:nvCxnSpPr>
        <p:spPr>
          <a:xfrm rot="16200000" flipH="1" flipV="1">
            <a:off x="4896184" y="2959444"/>
            <a:ext cx="4739905" cy="1867742"/>
          </a:xfrm>
          <a:prstGeom prst="bentConnector4">
            <a:avLst>
              <a:gd name="adj1" fmla="val -4823"/>
              <a:gd name="adj2" fmla="val 175456"/>
            </a:avLst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E0EF9990-74CC-4F10-A0C7-04BE085CF267}"/>
              </a:ext>
            </a:extLst>
          </p:cNvPr>
          <p:cNvCxnSpPr>
            <a:stCxn id="15" idx="0"/>
            <a:endCxn id="9" idx="3"/>
          </p:cNvCxnSpPr>
          <p:nvPr/>
        </p:nvCxnSpPr>
        <p:spPr>
          <a:xfrm rot="16200000" flipH="1">
            <a:off x="9251605" y="3831860"/>
            <a:ext cx="1957600" cy="2905217"/>
          </a:xfrm>
          <a:prstGeom prst="bentConnector4">
            <a:avLst>
              <a:gd name="adj1" fmla="val -28004"/>
              <a:gd name="adj2" fmla="val 107869"/>
            </a:avLst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697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46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56">
            <a:extLst>
              <a:ext uri="{FF2B5EF4-FFF2-40B4-BE49-F238E27FC236}">
                <a16:creationId xmlns:a16="http://schemas.microsoft.com/office/drawing/2014/main" id="{44060FD9-3F11-432E-8858-61E7F9463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5F3C83B-694C-4FBF-BB2B-CD7F1C38ECD1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aprendemos até aqui?</a:t>
            </a:r>
          </a:p>
        </p:txBody>
      </p:sp>
      <p:sp>
        <p:nvSpPr>
          <p:cNvPr id="8" name="Rectangle 58">
            <a:extLst>
              <a:ext uri="{FF2B5EF4-FFF2-40B4-BE49-F238E27FC236}">
                <a16:creationId xmlns:a16="http://schemas.microsoft.com/office/drawing/2014/main" id="{EF4259FA-5E6D-4F1E-8D5A-BB839AC73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8DE929-8A13-4A2B-8677-45432B0F2CCA}"/>
              </a:ext>
            </a:extLst>
          </p:cNvPr>
          <p:cNvSpPr txBox="1"/>
          <p:nvPr/>
        </p:nvSpPr>
        <p:spPr>
          <a:xfrm>
            <a:off x="645066" y="1516194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Funções</a:t>
            </a:r>
            <a:r>
              <a:rPr lang="en-US" dirty="0"/>
              <a:t> de </a:t>
            </a:r>
            <a:r>
              <a:rPr lang="en-US" dirty="0" err="1"/>
              <a:t>conversão</a:t>
            </a:r>
            <a:r>
              <a:rPr lang="en-US" dirty="0"/>
              <a:t> CAST, CONVERT, PARSE, TRY_PARSE, TRY_CAST e TRY_CONVERT</a:t>
            </a:r>
          </a:p>
        </p:txBody>
      </p:sp>
      <p:sp>
        <p:nvSpPr>
          <p:cNvPr id="10" name="Rectangle 60">
            <a:extLst>
              <a:ext uri="{FF2B5EF4-FFF2-40B4-BE49-F238E27FC236}">
                <a16:creationId xmlns:a16="http://schemas.microsoft.com/office/drawing/2014/main" id="{ECDB2AFB-0F9F-4B52-97D3-9E4900A59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4F07540E-E982-4E24-B802-09B69568C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4">
            <a:extLst>
              <a:ext uri="{FF2B5EF4-FFF2-40B4-BE49-F238E27FC236}">
                <a16:creationId xmlns:a16="http://schemas.microsoft.com/office/drawing/2014/main" id="{1D23E8EF-A02A-4354-8A19-D558BAB80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Vídeo 36" descr="Tela de computador com fundo verde&#10;&#10;Descrição gerada automaticamente com confiança média">
            <a:extLst>
              <a:ext uri="{FF2B5EF4-FFF2-40B4-BE49-F238E27FC236}">
                <a16:creationId xmlns:a16="http://schemas.microsoft.com/office/drawing/2014/main" id="{478E833F-E6DD-466E-AA4A-CE9788BCB6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5987738" y="1734180"/>
            <a:ext cx="5628018" cy="31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2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>
                <a:latin typeface="+mj-lt"/>
                <a:ea typeface="+mj-ea"/>
                <a:cs typeface="+mj-cs"/>
              </a:rPr>
              <a:t>Arquivos usados no treinamento, onde ficarão?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6246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393591" y="559293"/>
            <a:ext cx="4493607" cy="8911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Links de </a:t>
            </a:r>
            <a:r>
              <a:rPr lang="en-US" sz="4200" dirty="0" err="1">
                <a:latin typeface="+mj-lt"/>
                <a:ea typeface="+mj-ea"/>
                <a:cs typeface="+mj-cs"/>
              </a:rPr>
              <a:t>Referência</a:t>
            </a:r>
            <a:r>
              <a:rPr lang="en-US" sz="4200" dirty="0"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E45B0E-EDDC-4B43-BF4D-A42C67675045}"/>
              </a:ext>
            </a:extLst>
          </p:cNvPr>
          <p:cNvSpPr txBox="1"/>
          <p:nvPr/>
        </p:nvSpPr>
        <p:spPr>
          <a:xfrm>
            <a:off x="7199790" y="1865180"/>
            <a:ext cx="49922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https://docs.microsoft.com/en-us/sql/relational-databases/databases/system-databases?view=sql-server-ver15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8528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746628" y="1783959"/>
            <a:ext cx="464525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Dúvidas?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Dom Alberto | Dúvidas? Entramos em Contato com Você - Dom Alberto">
            <a:extLst>
              <a:ext uri="{FF2B5EF4-FFF2-40B4-BE49-F238E27FC236}">
                <a16:creationId xmlns:a16="http://schemas.microsoft.com/office/drawing/2014/main" id="{4EEBC5B8-F597-4BCF-910A-26A62D506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" r="-1" b="17957"/>
          <a:stretch/>
        </p:blipFill>
        <p:spPr bwMode="auto">
          <a:xfrm>
            <a:off x="20" y="1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643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2983</TotalTime>
  <Words>423</Words>
  <Application>Microsoft Office PowerPoint</Application>
  <PresentationFormat>Widescreen</PresentationFormat>
  <Paragraphs>66</Paragraphs>
  <Slides>23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Impact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2</cp:revision>
  <dcterms:created xsi:type="dcterms:W3CDTF">2022-01-12T22:44:22Z</dcterms:created>
  <dcterms:modified xsi:type="dcterms:W3CDTF">2024-10-24T22:09:35Z</dcterms:modified>
</cp:coreProperties>
</file>