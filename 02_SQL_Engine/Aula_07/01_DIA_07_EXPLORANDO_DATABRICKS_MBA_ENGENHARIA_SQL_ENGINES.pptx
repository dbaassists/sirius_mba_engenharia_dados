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362" r:id="rId2"/>
    <p:sldId id="2363" r:id="rId3"/>
    <p:sldId id="334" r:id="rId4"/>
    <p:sldId id="621" r:id="rId5"/>
    <p:sldId id="630" r:id="rId6"/>
    <p:sldId id="606" r:id="rId7"/>
    <p:sldId id="622" r:id="rId8"/>
    <p:sldId id="623" r:id="rId9"/>
    <p:sldId id="624" r:id="rId10"/>
    <p:sldId id="625" r:id="rId11"/>
    <p:sldId id="626" r:id="rId12"/>
    <p:sldId id="627" r:id="rId13"/>
    <p:sldId id="628" r:id="rId14"/>
    <p:sldId id="629" r:id="rId15"/>
    <p:sldId id="631" r:id="rId16"/>
    <p:sldId id="632" r:id="rId17"/>
    <p:sldId id="633" r:id="rId18"/>
    <p:sldId id="634" r:id="rId19"/>
    <p:sldId id="635" r:id="rId20"/>
    <p:sldId id="637" r:id="rId21"/>
    <p:sldId id="636" r:id="rId22"/>
    <p:sldId id="2307" r:id="rId23"/>
    <p:sldId id="2308" r:id="rId24"/>
    <p:sldId id="2309" r:id="rId25"/>
    <p:sldId id="2310" r:id="rId26"/>
    <p:sldId id="2311" r:id="rId27"/>
    <p:sldId id="2312" r:id="rId28"/>
    <p:sldId id="2313" r:id="rId29"/>
    <p:sldId id="2314" r:id="rId30"/>
    <p:sldId id="2315" r:id="rId31"/>
    <p:sldId id="2317" r:id="rId32"/>
    <p:sldId id="2318" r:id="rId33"/>
    <p:sldId id="2319" r:id="rId34"/>
    <p:sldId id="2316" r:id="rId35"/>
    <p:sldId id="2320" r:id="rId36"/>
    <p:sldId id="2321" r:id="rId37"/>
    <p:sldId id="2322" r:id="rId38"/>
    <p:sldId id="2323" r:id="rId39"/>
    <p:sldId id="2324" r:id="rId40"/>
    <p:sldId id="2325" r:id="rId41"/>
    <p:sldId id="2327" r:id="rId42"/>
    <p:sldId id="2326" r:id="rId43"/>
    <p:sldId id="2328" r:id="rId44"/>
    <p:sldId id="2329" r:id="rId45"/>
    <p:sldId id="2330" r:id="rId46"/>
    <p:sldId id="2331" r:id="rId47"/>
    <p:sldId id="2332" r:id="rId48"/>
    <p:sldId id="2333" r:id="rId49"/>
    <p:sldId id="297" r:id="rId50"/>
    <p:sldId id="298" r:id="rId51"/>
    <p:sldId id="299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A9"/>
    <a:srgbClr val="2EC1F4"/>
    <a:srgbClr val="4490C4"/>
    <a:srgbClr val="427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5388" autoAdjust="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1FB92-3B40-4CEB-8EF6-98192792E525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531D7-9345-481B-A252-EED700AD3D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/</a:t>
            </a:r>
            <a:r>
              <a:rPr lang="pt-BR" dirty="0" err="1"/>
              <a:t>subscriptions</a:t>
            </a:r>
            <a:r>
              <a:rPr lang="pt-BR" dirty="0"/>
              <a:t>/4e597c6e-77be-4329-b8ed-619a93d4d7ed/</a:t>
            </a:r>
            <a:r>
              <a:rPr lang="pt-BR" dirty="0" err="1"/>
              <a:t>resourceGroups</a:t>
            </a:r>
            <a:r>
              <a:rPr lang="pt-BR" dirty="0"/>
              <a:t>/</a:t>
            </a:r>
            <a:r>
              <a:rPr lang="pt-BR" dirty="0" err="1"/>
              <a:t>rg</a:t>
            </a:r>
            <a:r>
              <a:rPr lang="pt-BR" dirty="0"/>
              <a:t>-workshop-bi-</a:t>
            </a:r>
            <a:r>
              <a:rPr lang="pt-BR" dirty="0" err="1"/>
              <a:t>azure</a:t>
            </a:r>
            <a:r>
              <a:rPr lang="pt-BR" dirty="0"/>
              <a:t>/</a:t>
            </a:r>
            <a:r>
              <a:rPr lang="pt-BR" dirty="0" err="1"/>
              <a:t>providers</a:t>
            </a:r>
            <a:r>
              <a:rPr lang="pt-BR" dirty="0"/>
              <a:t>/</a:t>
            </a:r>
            <a:r>
              <a:rPr lang="pt-BR" dirty="0" err="1"/>
              <a:t>Microsoft.Databricks</a:t>
            </a:r>
            <a:r>
              <a:rPr lang="pt-BR" dirty="0"/>
              <a:t>/</a:t>
            </a:r>
            <a:r>
              <a:rPr lang="pt-BR" dirty="0" err="1"/>
              <a:t>accessConnectors</a:t>
            </a:r>
            <a:r>
              <a:rPr lang="pt-BR" dirty="0"/>
              <a:t>/</a:t>
            </a:r>
            <a:r>
              <a:rPr lang="pt-BR" dirty="0" err="1"/>
              <a:t>managedidentityworkshop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87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9732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/</a:t>
            </a:r>
            <a:r>
              <a:rPr lang="pt-BR" dirty="0" err="1"/>
              <a:t>subscriptions</a:t>
            </a:r>
            <a:r>
              <a:rPr lang="pt-BR" dirty="0"/>
              <a:t>/4e597c6e-77be-4329-b8ed-619a93d4d7ed/</a:t>
            </a:r>
            <a:r>
              <a:rPr lang="pt-BR" dirty="0" err="1"/>
              <a:t>resourceGroups</a:t>
            </a:r>
            <a:r>
              <a:rPr lang="pt-BR" dirty="0"/>
              <a:t>/</a:t>
            </a:r>
            <a:r>
              <a:rPr lang="pt-BR" dirty="0" err="1"/>
              <a:t>rg</a:t>
            </a:r>
            <a:r>
              <a:rPr lang="pt-BR" dirty="0"/>
              <a:t>-workshop-bi-az/</a:t>
            </a:r>
            <a:r>
              <a:rPr lang="pt-BR" dirty="0" err="1"/>
              <a:t>providers</a:t>
            </a:r>
            <a:r>
              <a:rPr lang="pt-BR" dirty="0"/>
              <a:t>/</a:t>
            </a:r>
            <a:r>
              <a:rPr lang="pt-BR" dirty="0" err="1"/>
              <a:t>Microsoft.Databricks</a:t>
            </a:r>
            <a:r>
              <a:rPr lang="pt-BR" dirty="0"/>
              <a:t>/</a:t>
            </a:r>
            <a:r>
              <a:rPr lang="pt-BR" dirty="0" err="1"/>
              <a:t>accessConnectors</a:t>
            </a:r>
            <a:r>
              <a:rPr lang="pt-BR" dirty="0"/>
              <a:t>/</a:t>
            </a:r>
            <a:r>
              <a:rPr lang="pt-BR" dirty="0" err="1"/>
              <a:t>managedidentityworkshop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498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6E591-8BF2-1E1B-8025-F25382391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E662D8-EDCB-92CC-A1E8-C6AB01DA9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9E76F-FD1A-5C07-6C8B-22FA09A5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75D406-A207-69C0-4841-2C8A656D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39DA89-BAF9-BAB8-48A0-E5B04E96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A5052-9B90-6542-0FE7-522F584D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DC472-5FBB-0E78-F908-63ABE7C0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1FF4C9-E274-C1FC-5C08-B99A8DF4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CB93B-1F23-71F1-278F-DA485051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AC0DB-B096-03E4-7A70-CA1A7EC2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24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8E39B-0B93-59EC-2EEF-79A0BF75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B7E1EE-EA5F-4B81-FDFE-A6010AB2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4AC63-5429-D2F8-4A10-A17AB56F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5E4887-F1BA-8E51-295B-2A0422D6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2202B-33FA-65E6-03F1-B205EB4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25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6175F-07C7-B189-C6D2-846DF13C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7C0C4-9236-989B-8B1C-F29A2F96E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94BCE8-3185-DAAA-5594-FFAAFACB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1F6762-3126-175D-EE38-B4B85364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A55956-DD2C-B8BF-4EDB-55488043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B4FC4-A6CC-0355-21D8-8378B64E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13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9E234-EA9D-531E-B59E-58164DC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433BD-4B56-566B-3CE2-38FF7F8D0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79FD1D-56DC-898D-ADB8-C4CD0FCC3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8B18BD-8194-1930-4436-AB7278B9F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2871FB-A56A-D112-CC01-E6F25575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F1948C-406D-EE6F-3C5F-E90BF51A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4862ED-A532-891D-D147-4EC6A9B0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0EFAAC-ADB6-3912-9E3D-9487A4C2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73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FDE6-6521-231B-3FED-E8D59251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D3A4D-BC87-B45C-CAE6-791C6A9C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87D20E-C272-B318-AE90-0E29D781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3F8965-B8E9-0B29-4D66-9042E233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94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BCF0AE-793A-9F93-98E4-13A7FB45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D0F490-DD3E-3BF3-D63D-0F6D59E8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06D652-0D1C-562C-0413-4DABFC1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19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41D19-43EB-4B0A-5D24-CF3083CB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704726-FE48-E8FE-A1BF-C33A03D1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050BF-FBE2-7735-DF7C-31948BC9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FC99A8-5C8D-7A2F-838B-94D56037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3F7BBD-E693-CBF8-6F45-94A4EF6E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F47F14-BCDC-68B7-E86F-B59C9682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11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5175D-2BED-7FF4-3AEB-D138286F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2A6A0-671C-30E7-314F-070120A6C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4DECC8-13B1-A90C-5083-F2647A686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9A45B4-C952-17B4-ECB9-F5D0A430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458819-76AC-FDA3-8960-BEFB675D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76C2E7-7BE6-1ADB-0D93-53C55AC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6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D2F65-DD74-FC2D-9FD4-4CC39108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F3E820-6CA4-1CC5-BBD3-EF46D596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93013-3EAB-DA14-0648-33C4E701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A0E4A-F232-79F3-722F-EDD5294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2F8B1-87C3-DAA8-CFE5-25147256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34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81B49-7FBA-E668-9CD6-9EA2AF0A4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C7DACA-8415-4AD0-AED9-AF3EB5C0E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ED9E4-238A-DF6B-7F29-9D9F5455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4389C7-6D86-8AA7-DF70-9D43BA1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81AD3-1C74-18CF-D2D1-A377C90C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24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A93EA9-7B75-7075-EBA7-092D9820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69631-6FEA-3203-19AD-05B356A7D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FB7B25-5952-61A2-DE4A-E34AAB7F4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5A94-D9CB-470F-A58C-5F43E2446D83}" type="datetimeFigureOut">
              <a:rPr lang="pt-BR" smtClean="0"/>
              <a:t>17/10/2024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A8F785-F69C-4AF4-600B-AD9B75BF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E0D13E-EDFA-2475-9B9B-A0AB59BD0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1" y="1073436"/>
            <a:ext cx="121920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7</a:t>
            </a:r>
          </a:p>
        </p:txBody>
      </p:sp>
    </p:spTree>
    <p:extLst>
      <p:ext uri="{BB962C8B-B14F-4D97-AF65-F5344CB8AC3E}">
        <p14:creationId xmlns:p14="http://schemas.microsoft.com/office/powerpoint/2010/main" val="4081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5513354"/>
            <a:ext cx="646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latin typeface="Impact" panose="020B0806030902050204" pitchFamily="34" charset="0"/>
              </a:rPr>
              <a:t>SQL </a:t>
            </a:r>
            <a:r>
              <a:rPr lang="pt-BR" sz="7200" dirty="0" err="1">
                <a:latin typeface="Impact" panose="020B0806030902050204" pitchFamily="34" charset="0"/>
              </a:rPr>
              <a:t>Engines</a:t>
            </a:r>
            <a:endParaRPr lang="pt-BR" sz="7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Ambiente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0ABD80E-EDAB-A54B-86EE-921C8006C823}"/>
              </a:ext>
            </a:extLst>
          </p:cNvPr>
          <p:cNvSpPr txBox="1"/>
          <p:nvPr/>
        </p:nvSpPr>
        <p:spPr>
          <a:xfrm>
            <a:off x="0" y="2598774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Databricks Community</a:t>
            </a:r>
          </a:p>
        </p:txBody>
      </p:sp>
    </p:spTree>
    <p:extLst>
      <p:ext uri="{BB962C8B-B14F-4D97-AF65-F5344CB8AC3E}">
        <p14:creationId xmlns:p14="http://schemas.microsoft.com/office/powerpoint/2010/main" val="3786188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Ambiente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9877682-BCFE-0715-5ABF-8D7132D8A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09" y="1414181"/>
            <a:ext cx="9364382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8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49FA240-F1EB-B3A3-59B6-545612607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7285"/>
            <a:ext cx="12192000" cy="348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28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23DB1DE-0A44-50E2-33AB-6ECDEAA70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6709"/>
            <a:ext cx="12192000" cy="445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347D26-8F92-E809-9894-9B64A32BB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4816"/>
            <a:ext cx="12192000" cy="47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78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BE1175-4440-FE44-6036-94EF98CD7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4040"/>
            <a:ext cx="12192000" cy="47561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2F97E46-891F-79DA-ED44-48EBA0F80897}"/>
              </a:ext>
            </a:extLst>
          </p:cNvPr>
          <p:cNvSpPr txBox="1"/>
          <p:nvPr/>
        </p:nvSpPr>
        <p:spPr>
          <a:xfrm>
            <a:off x="7054045" y="4124492"/>
            <a:ext cx="5137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phV8Q~hmfzHAMXPKwVk.X28Hm0F_WC76Iul8lcBo</a:t>
            </a:r>
          </a:p>
        </p:txBody>
      </p:sp>
    </p:spTree>
    <p:extLst>
      <p:ext uri="{BB962C8B-B14F-4D97-AF65-F5344CB8AC3E}">
        <p14:creationId xmlns:p14="http://schemas.microsoft.com/office/powerpoint/2010/main" val="226056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89D7148-53E9-3DBF-1B9F-22DB6BFCA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3071"/>
            <a:ext cx="121920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92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6902104-D4D7-A340-A500-EFE75FC8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6337"/>
            <a:ext cx="12192000" cy="445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7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E89196A-33E0-C7E9-7080-B941061AC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1221"/>
            <a:ext cx="12192000" cy="39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52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71C57E4-EE8F-A5A6-E276-7FD12CA56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41" y="1463210"/>
            <a:ext cx="10129640" cy="48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88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2AA8B13-50D9-A110-4597-6ABC74B37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7514"/>
            <a:ext cx="12192000" cy="454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9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2A9F00-09AA-C555-440F-93A69039C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87" y="1339025"/>
            <a:ext cx="10839855" cy="517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26646F-F411-1A72-313D-205703E04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97" y="1367406"/>
            <a:ext cx="10820054" cy="51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73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F94247-4DBC-004C-F2C3-8730055F4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476711"/>
            <a:ext cx="10884408" cy="521177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2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9EB18BF-6750-B1AA-5089-9C1E5B2A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2" y="1391617"/>
            <a:ext cx="11268456" cy="531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56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5ADCAC7-9050-7C7B-AFC7-C033F8C54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0" y="1409699"/>
            <a:ext cx="10985770" cy="510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46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90115D-175E-E1F1-19EF-593B43CE842C}"/>
              </a:ext>
            </a:extLst>
          </p:cNvPr>
          <p:cNvSpPr txBox="1"/>
          <p:nvPr/>
        </p:nvSpPr>
        <p:spPr>
          <a:xfrm>
            <a:off x="171608" y="1886838"/>
            <a:ext cx="1180873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As versões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 Databricks têm algumas limitações em comparação com as versões pagas (full). Aqui estão algumas das principais diferenças e limitações que você pode encontrar: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Recursos Computacionais Limitados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Databricks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geralmente oferece menos recursos computacionais em comparação com as versões pagas. Isso pode incluir menos poder de processamento, memória e armazenamento.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Número Limitado de Clusters e Recursos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Na versão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você pode ter um número limitado de clusters em execução simultaneamente e acesso a um número limitado de recursos.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Tempo de Inatividade e Restrições de Disponibilidade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Os clusters na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podem ser sujeitos a tempos de inatividade programados para manutenção ou atualizações. Além disso, pode haver restrições na disponibilidade de certos recursos.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Recursos Premium Não Disponíveis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Alguns recursos premium do Databricks, como autenticação integrada com LDAP/Active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Directory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integração com provedores de nuvem adicionais, gerenciamento de custos avançado e suporte prioritário, geralmente não estão disponíveis na versão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Suporte Limitado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 suporte ao cliente para usuários da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pode ser limitado em comparação com as versões pagas. Isso pode incluir tempos de resposta mais longos e menos opções de suporte.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Limitações de Armazenamento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capacidade de armazenamento disponível na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pode ser menor do que nas versões pagas. Isso pode afetar a quantidade de dados que você pode armazenar e analisar na plataforma.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Restrições de Utilização Comercial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 uso da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geralmente é destinado apenas para fins de aprendizado, experimentação e desenvolvimento. O uso comercial pode ser limitado ou proibido, dependendo dos termos de serviço.</a:t>
            </a:r>
          </a:p>
          <a:p>
            <a:pPr algn="l"/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É importante revisar os detalhes específicos da versão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 Databricks que você está usando, pois as limitações podem variar dependendo da implementação específica e das políticas da empresa. Se você precisar de recursos adicionais ou suporte mais robusto, pode ser necessário considerar a atualização para uma versão paga do Databricks.</a:t>
            </a:r>
          </a:p>
        </p:txBody>
      </p:sp>
    </p:spTree>
    <p:extLst>
      <p:ext uri="{BB962C8B-B14F-4D97-AF65-F5344CB8AC3E}">
        <p14:creationId xmlns:p14="http://schemas.microsoft.com/office/powerpoint/2010/main" val="3451767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17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B199F75-9B4C-5700-D228-34EAE47F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81" y="1443039"/>
            <a:ext cx="8673073" cy="490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31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39E833B-A8C7-3456-2934-7C4BADA54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56" y="1573008"/>
            <a:ext cx="9440592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14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C5F8A30-FBB8-1342-2353-53DD082DA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73008"/>
            <a:ext cx="12192000" cy="48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71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92F143F-D8D9-A3BF-8FDA-D1F71D32D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2848"/>
            <a:ext cx="12192000" cy="465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43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55EE8E2-85E7-AE34-3F44-DCCFA0A9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4820"/>
            <a:ext cx="12192000" cy="40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16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BE3427-6417-DBEA-6A88-CB7CAF5C6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4002"/>
            <a:ext cx="12192000" cy="531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E53F35B-4815-A1A4-6776-344726B8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4008"/>
            <a:ext cx="12192000" cy="412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5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3ADFAC9-0F1E-C68C-6629-A9EA00FCC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2868"/>
            <a:ext cx="12192000" cy="449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53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C07BFCC-0F81-0985-F097-C2B508B2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74" y="1411136"/>
            <a:ext cx="10100153" cy="510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50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23B4F21-B3C1-2A5E-2FC6-2F49923E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7252"/>
            <a:ext cx="12192000" cy="410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76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76A53AA-27CD-F207-3F1E-28BD88EF1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27" y="1605883"/>
            <a:ext cx="9999945" cy="470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2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FF7B2F-290B-AE8B-DA4C-5739C41F7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709" y="1493793"/>
            <a:ext cx="9824581" cy="45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90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0D994EE-848C-B222-4C40-0B917AE2D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750" y="1573008"/>
            <a:ext cx="9128065" cy="454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34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E3EA44-01A6-8E67-F857-CBE506636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3419"/>
            <a:ext cx="12192000" cy="526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3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E0830FD-CBDB-D934-8F0C-158BFDA08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12350"/>
            <a:ext cx="12192000" cy="48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75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CFE7BD6-E36D-FD78-3794-90E26E488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18" y="1646317"/>
            <a:ext cx="10538564" cy="486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37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AB91532-08CF-8401-21C0-649392325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37" y="1486470"/>
            <a:ext cx="10563616" cy="478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39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1517ABE-92F8-CB9B-891A-86E39552B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53" y="1573008"/>
            <a:ext cx="11402860" cy="485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365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414FA7A-7C72-4F16-4B2D-2B8C1412D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960" y="1337608"/>
            <a:ext cx="9298488" cy="517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35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3C81511-318F-E5A0-F9B1-D659BF61F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49" y="1327139"/>
            <a:ext cx="10075101" cy="518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0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136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49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96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32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098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195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48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Assunto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604AD19-D4C2-8774-A2E3-CD71990D0EA5}"/>
              </a:ext>
            </a:extLst>
          </p:cNvPr>
          <p:cNvSpPr txBox="1"/>
          <p:nvPr/>
        </p:nvSpPr>
        <p:spPr>
          <a:xfrm>
            <a:off x="425196" y="2012942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az </a:t>
            </a:r>
            <a:r>
              <a:rPr lang="pt-BR" dirty="0" err="1"/>
              <a:t>group</a:t>
            </a:r>
            <a:r>
              <a:rPr lang="pt-BR" dirty="0"/>
              <a:t> show --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rg</a:t>
            </a:r>
            <a:r>
              <a:rPr lang="pt-BR" dirty="0"/>
              <a:t>-workshop-</a:t>
            </a:r>
            <a:r>
              <a:rPr lang="pt-BR" dirty="0" err="1"/>
              <a:t>azure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E8BAA9-838E-5E08-7920-BE10459502CD}"/>
              </a:ext>
            </a:extLst>
          </p:cNvPr>
          <p:cNvSpPr txBox="1"/>
          <p:nvPr/>
        </p:nvSpPr>
        <p:spPr>
          <a:xfrm>
            <a:off x="333756" y="2470142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&gt;az </a:t>
            </a:r>
            <a:r>
              <a:rPr lang="pt-BR" dirty="0" err="1"/>
              <a:t>group</a:t>
            </a:r>
            <a:r>
              <a:rPr lang="pt-BR" dirty="0"/>
              <a:t> show --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demoResourceGroup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AFA993-02AA-FF8D-F8EE-49B2F527A26F}"/>
              </a:ext>
            </a:extLst>
          </p:cNvPr>
          <p:cNvSpPr txBox="1"/>
          <p:nvPr/>
        </p:nvSpPr>
        <p:spPr>
          <a:xfrm>
            <a:off x="425196" y="2927342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az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list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4F4284A-5A16-EE10-89E6-0AF54F128F09}"/>
              </a:ext>
            </a:extLst>
          </p:cNvPr>
          <p:cNvSpPr txBox="1"/>
          <p:nvPr/>
        </p:nvSpPr>
        <p:spPr>
          <a:xfrm>
            <a:off x="425196" y="3339298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az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create</a:t>
            </a:r>
            <a:r>
              <a:rPr lang="pt-BR" dirty="0"/>
              <a:t> --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demoResourceGroup</a:t>
            </a:r>
            <a:r>
              <a:rPr lang="pt-BR" dirty="0"/>
              <a:t> --</a:t>
            </a:r>
            <a:r>
              <a:rPr lang="pt-BR" dirty="0" err="1"/>
              <a:t>location</a:t>
            </a:r>
            <a:r>
              <a:rPr lang="pt-BR" dirty="0"/>
              <a:t> </a:t>
            </a:r>
            <a:r>
              <a:rPr lang="pt-BR" dirty="0" err="1"/>
              <a:t>westus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E96D88B-5749-C4D7-93B7-F42DB9083298}"/>
              </a:ext>
            </a:extLst>
          </p:cNvPr>
          <p:cNvSpPr txBox="1"/>
          <p:nvPr/>
        </p:nvSpPr>
        <p:spPr>
          <a:xfrm>
            <a:off x="425196" y="3895698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&gt;az login</a:t>
            </a:r>
          </a:p>
        </p:txBody>
      </p:sp>
    </p:spTree>
    <p:extLst>
      <p:ext uri="{BB962C8B-B14F-4D97-AF65-F5344CB8AC3E}">
        <p14:creationId xmlns:p14="http://schemas.microsoft.com/office/powerpoint/2010/main" val="13050892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Assunto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6C237E6-03D5-4DBD-7B8C-AE6887C110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00"/>
          <a:stretch/>
        </p:blipFill>
        <p:spPr>
          <a:xfrm>
            <a:off x="1115568" y="1573008"/>
            <a:ext cx="7120128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606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Assunto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88B7B85-5D6C-2033-83AB-3557B205A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350"/>
          <a:stretch/>
        </p:blipFill>
        <p:spPr>
          <a:xfrm>
            <a:off x="1170432" y="1425445"/>
            <a:ext cx="7150608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11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59571</TotalTime>
  <Words>1314</Words>
  <Application>Microsoft Office PowerPoint</Application>
  <PresentationFormat>Widescreen</PresentationFormat>
  <Paragraphs>167</Paragraphs>
  <Slides>51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8" baseType="lpstr">
      <vt:lpstr>Aptos</vt:lpstr>
      <vt:lpstr>Arial</vt:lpstr>
      <vt:lpstr>Calibri</vt:lpstr>
      <vt:lpstr>Calibri Light</vt:lpstr>
      <vt:lpstr>Impact</vt:lpstr>
      <vt:lpstr>Söhne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481</cp:revision>
  <dcterms:created xsi:type="dcterms:W3CDTF">2024-02-17T14:08:37Z</dcterms:created>
  <dcterms:modified xsi:type="dcterms:W3CDTF">2024-10-20T12:46:49Z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da0a2f-b917-4d51-b0d0-d418a10c8b23_Enabled">
    <vt:lpwstr>true</vt:lpwstr>
  </property>
  <property fmtid="{D5CDD505-2E9C-101B-9397-08002B2CF9AE}" pid="3" name="MSIP_Label_1ada0a2f-b917-4d51-b0d0-d418a10c8b23_SetDate">
    <vt:lpwstr>2024-06-12T18:01:52Z</vt:lpwstr>
  </property>
  <property fmtid="{D5CDD505-2E9C-101B-9397-08002B2CF9AE}" pid="4" name="MSIP_Label_1ada0a2f-b917-4d51-b0d0-d418a10c8b23_Method">
    <vt:lpwstr>Standard</vt:lpwstr>
  </property>
  <property fmtid="{D5CDD505-2E9C-101B-9397-08002B2CF9AE}" pid="5" name="MSIP_Label_1ada0a2f-b917-4d51-b0d0-d418a10c8b23_Name">
    <vt:lpwstr>1ada0a2f-b917-4d51-b0d0-d418a10c8b23</vt:lpwstr>
  </property>
  <property fmtid="{D5CDD505-2E9C-101B-9397-08002B2CF9AE}" pid="6" name="MSIP_Label_1ada0a2f-b917-4d51-b0d0-d418a10c8b23_SiteId">
    <vt:lpwstr>12a3af23-a769-4654-847f-958f3d479f4a</vt:lpwstr>
  </property>
  <property fmtid="{D5CDD505-2E9C-101B-9397-08002B2CF9AE}" pid="7" name="MSIP_Label_1ada0a2f-b917-4d51-b0d0-d418a10c8b23_ActionId">
    <vt:lpwstr>67b60621-427c-4511-9874-ff9b4329d30c</vt:lpwstr>
  </property>
  <property fmtid="{D5CDD505-2E9C-101B-9397-08002B2CF9AE}" pid="8" name="MSIP_Label_1ada0a2f-b917-4d51-b0d0-d418a10c8b23_ContentBits">
    <vt:lpwstr>0</vt:lpwstr>
  </property>
</Properties>
</file>